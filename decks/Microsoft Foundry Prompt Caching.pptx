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457" r:id="rId3"/>
    <p:sldId id="659" r:id="rId4"/>
    <p:sldId id="862" r:id="rId5"/>
    <p:sldId id="1066" r:id="rId6"/>
    <p:sldId id="1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F6B56-3021-46E7-A4AD-1D49E5F161C6}" v="2" dt="2026-09-24T08:40:01.847"/>
    <p1510:client id="{9296F112-39EA-4C16-88A0-D3DBB6267684}" v="11" dt="2026-09-23T12:49:30.867"/>
    <p1510:client id="{CE8A4501-D537-4D82-ADE4-9588955FD696}" v="8" dt="2026-09-23T20:04:43.918"/>
    <p1510:client id="{F642F950-5702-40E0-9E6C-C0B858B11948}" v="1" dt="2026-09-23T20:20:57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96" y="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4F69E46-3E55-4A86-8F70-FA9CDDB3DBC4}"/>
    <pc:docChg chg="modSld">
      <pc:chgData name="" userId="" providerId="" clId="Web-{14F69E46-3E55-4A86-8F70-FA9CDDB3DBC4}" dt="2026-09-23T13:38:00.579" v="0" actId="34807"/>
      <pc:docMkLst>
        <pc:docMk/>
      </pc:docMkLst>
      <pc:sldChg chg="modSp modNotesTx">
        <pc:chgData name="" userId="" providerId="" clId="Web-{14F69E46-3E55-4A86-8F70-FA9CDDB3DBC4}" dt="2026-09-23T13:38:00.579" v="0" actId="34807"/>
        <pc:sldMkLst>
          <pc:docMk/>
          <pc:sldMk cId="3948622614" sldId="659"/>
        </pc:sldMkLst>
        <pc:spChg chg="mod">
          <ac:chgData name="" userId="" providerId="" clId="Web-{14F69E46-3E55-4A86-8F70-FA9CDDB3DBC4}" dt="2026-09-23T13:38:00.579" v="0" actId="34807"/>
          <ac:spMkLst>
            <pc:docMk/>
            <pc:sldMk cId="3948622614" sldId="659"/>
            <ac:spMk id="25891" creationId="{CE6B955C-ED1E-BD7F-FC64-91FE1CBAF61D}"/>
          </ac:spMkLst>
        </pc:spChg>
      </pc:sldChg>
    </pc:docChg>
  </pc:docChgLst>
  <pc:docChgLst>
    <pc:chgData clId="Web-{790F6B56-3021-46E7-A4AD-1D49E5F161C6}"/>
    <pc:docChg chg="modSld">
      <pc:chgData name="" userId="" providerId="" clId="Web-{790F6B56-3021-46E7-A4AD-1D49E5F161C6}" dt="2026-09-24T08:40:01.847" v="3" actId="34807"/>
      <pc:docMkLst>
        <pc:docMk/>
      </pc:docMkLst>
      <pc:sldChg chg="addSp delSp modSp modNotesTx">
        <pc:chgData name="" userId="" providerId="" clId="Web-{790F6B56-3021-46E7-A4AD-1D49E5F161C6}" dt="2026-09-24T08:40:01.847" v="3" actId="34807"/>
        <pc:sldMkLst>
          <pc:docMk/>
          <pc:sldMk cId="3948622614" sldId="659"/>
        </pc:sldMkLst>
        <pc:spChg chg="del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431" creationId="{D62C1647-AF38-A345-55AD-FF2961A244D8}"/>
          </ac:spMkLst>
        </pc:spChg>
        <pc:spChg chg="del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539" creationId="{A67C4825-A722-E627-F053-19D7783980D1}"/>
          </ac:spMkLst>
        </pc:spChg>
        <pc:spChg chg="del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577" creationId="{6CE0DFBC-7714-C292-4276-EC05B9062631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739" creationId="{F23817A3-E69D-CF23-D22F-F68CED04B99D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782" creationId="{C7B8D4BC-0EEA-73C9-9331-750D68A63BB7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826" creationId="{2FDA56E3-EDCD-2D41-D700-D0D1EB7FC7A0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871" creationId="{B3400DB2-A231-2F79-EBA4-EF05D7178C64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917" creationId="{323ADBE8-28F7-6B88-FF77-2FEB7001AC09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6964" creationId="{162490FB-A25C-07CA-25E1-C5CB144E7EAB}"/>
          </ac:spMkLst>
        </pc:spChg>
        <pc:spChg chg="mod">
          <ac:chgData name="" userId="" providerId="" clId="Web-{790F6B56-3021-46E7-A4AD-1D49E5F161C6}" dt="2026-09-24T08:37:02.466" v="0" actId="34807"/>
          <ac:spMkLst>
            <pc:docMk/>
            <pc:sldMk cId="3948622614" sldId="659"/>
            <ac:spMk id="27267" creationId="{18113A17-C97F-96BF-26B5-B45E6F2386E2}"/>
          </ac:spMkLst>
        </pc:spChg>
        <pc:spChg chg="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377" creationId="{E4EAA72F-92BE-151D-5935-13FC73962F18}"/>
          </ac:spMkLst>
        </pc:spChg>
        <pc:spChg chg="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379" creationId="{C64272F2-27C7-7B4C-C7B8-EDC6796803DC}"/>
          </ac:spMkLst>
        </pc:spChg>
        <pc:spChg chg="mod">
          <ac:chgData name="" userId="" providerId="" clId="Web-{790F6B56-3021-46E7-A4AD-1D49E5F161C6}" dt="2026-09-24T08:37:24.545" v="2" actId="34807"/>
          <ac:spMkLst>
            <pc:docMk/>
            <pc:sldMk cId="3948622614" sldId="659"/>
            <ac:spMk id="27382" creationId="{652241E0-6D73-E46A-7B26-BD2C1FFE66E5}"/>
          </ac:spMkLst>
        </pc:spChg>
        <pc:spChg chg="add mod">
          <ac:chgData name="" userId="" providerId="" clId="Web-{790F6B56-3021-46E7-A4AD-1D49E5F161C6}" dt="2026-09-24T08:37:23.514" v="1" actId="34807"/>
          <ac:spMkLst>
            <pc:docMk/>
            <pc:sldMk cId="3948622614" sldId="659"/>
            <ac:spMk id="27391" creationId="{5265D038-6377-0BC2-B5EB-2698F0DDF1EE}"/>
          </ac:spMkLst>
        </pc:spChg>
        <pc:spChg chg="add mod">
          <ac:chgData name="" userId="" providerId="" clId="Web-{790F6B56-3021-46E7-A4AD-1D49E5F161C6}" dt="2026-09-24T08:37:24.545" v="2" actId="34807"/>
          <ac:spMkLst>
            <pc:docMk/>
            <pc:sldMk cId="3948622614" sldId="659"/>
            <ac:spMk id="27397" creationId="{2C95F7FB-08DD-C96E-31DB-CF3F50EDE957}"/>
          </ac:spMkLst>
        </pc:spChg>
        <pc:spChg chg="add mod">
          <ac:chgData name="" userId="" providerId="" clId="Web-{790F6B56-3021-46E7-A4AD-1D49E5F161C6}" dt="2026-09-24T08:37:24.545" v="2" actId="34807"/>
          <ac:spMkLst>
            <pc:docMk/>
            <pc:sldMk cId="3948622614" sldId="659"/>
            <ac:spMk id="27404" creationId="{C6197D7E-3D73-BBA3-FBC1-0B71E8F1D93A}"/>
          </ac:spMkLst>
        </pc:spChg>
        <pc:spChg chg="mod">
          <ac:chgData name="" userId="" providerId="" clId="Web-{790F6B56-3021-46E7-A4AD-1D49E5F161C6}" dt="2026-09-24T08:37:24.545" v="2" actId="34807"/>
          <ac:spMkLst>
            <pc:docMk/>
            <pc:sldMk cId="3948622614" sldId="659"/>
            <ac:spMk id="27412" creationId="{BA2C574A-BD9F-76F6-98F9-9EDC2160DF04}"/>
          </ac:spMkLst>
        </pc:spChg>
        <pc:spChg chg="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431" creationId="{49EABCB6-B86F-EFAA-9FF8-3CB584208235}"/>
          </ac:spMkLst>
        </pc:spChg>
        <pc:spChg chg="add mod">
          <ac:chgData name="" userId="" providerId="" clId="Web-{790F6B56-3021-46E7-A4AD-1D49E5F161C6}" dt="2026-09-24T08:37:24.545" v="2" actId="34807"/>
          <ac:spMkLst>
            <pc:docMk/>
            <pc:sldMk cId="3948622614" sldId="659"/>
            <ac:spMk id="27442" creationId="{35E0A53E-19CD-70D1-27FB-3F0866441749}"/>
          </ac:spMkLst>
        </pc:spChg>
        <pc:spChg chg="add mod">
          <ac:chgData name="" userId="" providerId="" clId="Web-{790F6B56-3021-46E7-A4AD-1D49E5F161C6}" dt="2026-09-24T08:37:23.514" v="1" actId="34807"/>
          <ac:spMkLst>
            <pc:docMk/>
            <pc:sldMk cId="3948622614" sldId="659"/>
            <ac:spMk id="27454" creationId="{F76D9775-3AA5-53D6-1BE6-F7412822893A}"/>
          </ac:spMkLst>
        </pc:spChg>
        <pc:spChg chg="add 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481" creationId="{81146BB9-52DD-6313-08A0-DCDFAE519696}"/>
          </ac:spMkLst>
        </pc:spChg>
        <pc:spChg chg="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496" creationId="{8C2BB555-0E7C-4B27-9506-57E31B7448D1}"/>
          </ac:spMkLst>
        </pc:spChg>
        <pc:spChg chg="add 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512" creationId="{95E59DBC-DDBF-DF40-595C-E4D81D3F5CA7}"/>
          </ac:spMkLst>
        </pc:spChg>
        <pc:spChg chg="add 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529" creationId="{B84D3A0A-29D0-E47A-B8CB-D6C308892489}"/>
          </ac:spMkLst>
        </pc:spChg>
        <pc:spChg chg="add mod">
          <ac:chgData name="" userId="" providerId="" clId="Web-{790F6B56-3021-46E7-A4AD-1D49E5F161C6}" dt="2026-09-24T08:40:01.847" v="3" actId="34807"/>
          <ac:spMkLst>
            <pc:docMk/>
            <pc:sldMk cId="3948622614" sldId="659"/>
            <ac:spMk id="27547" creationId="{89071109-CE4F-AED9-F501-1896E2CF0F73}"/>
          </ac:spMkLst>
        </pc:spChg>
        <pc:spChg chg="add mod">
          <ac:chgData name="" userId="" providerId="" clId="Web-{790F6B56-3021-46E7-A4AD-1D49E5F161C6}" dt="2026-09-24T08:37:24.545" v="2" actId="34807"/>
          <ac:spMkLst>
            <pc:docMk/>
            <pc:sldMk cId="3948622614" sldId="659"/>
            <ac:spMk id="27566" creationId="{4D814750-A94E-7754-78DC-59D73395FEE7}"/>
          </ac:spMkLst>
        </pc:spChg>
      </pc:sldChg>
    </pc:docChg>
  </pc:docChgLst>
  <pc:docChgLst>
    <pc:chgData clId="Web-{CE8A4501-D537-4D82-ADE4-9588955FD696}"/>
    <pc:docChg chg="modSld">
      <pc:chgData name="" userId="" providerId="" clId="Web-{CE8A4501-D537-4D82-ADE4-9588955FD696}" dt="2026-09-23T20:04:43.918" v="8" actId="34807"/>
      <pc:docMkLst>
        <pc:docMk/>
      </pc:docMkLst>
      <pc:sldChg chg="modSp modNotesTx">
        <pc:chgData name="" userId="" providerId="" clId="Web-{CE8A4501-D537-4D82-ADE4-9588955FD696}" dt="2026-09-23T20:01:30.832" v="6" actId="34807"/>
        <pc:sldMkLst>
          <pc:docMk/>
          <pc:sldMk cId="0" sldId="256"/>
        </pc:sldMkLst>
        <pc:spChg chg="mod">
          <ac:chgData name="" userId="" providerId="" clId="Web-{CE8A4501-D537-4D82-ADE4-9588955FD696}" dt="2026-09-23T19:59:54.985" v="0" actId="34807"/>
          <ac:spMkLst>
            <pc:docMk/>
            <pc:sldMk cId="0" sldId="256"/>
            <ac:spMk id="46" creationId="{93E8D743-1CD3-D3E6-4541-98AEF7E900CD}"/>
          </ac:spMkLst>
        </pc:spChg>
        <pc:spChg chg="mod">
          <ac:chgData name="" userId="" providerId="" clId="Web-{CE8A4501-D537-4D82-ADE4-9588955FD696}" dt="2026-09-23T19:59:54.985" v="0" actId="34807"/>
          <ac:spMkLst>
            <pc:docMk/>
            <pc:sldMk cId="0" sldId="256"/>
            <ac:spMk id="92" creationId="{48990B33-40C6-2C4E-6B45-0A72ED6D4259}"/>
          </ac:spMkLst>
        </pc:spChg>
      </pc:sldChg>
      <pc:sldChg chg="modSp modNotesTx">
        <pc:chgData name="" userId="" providerId="" clId="Web-{CE8A4501-D537-4D82-ADE4-9588955FD696}" dt="2026-09-23T20:01:30.832" v="6" actId="34807"/>
        <pc:sldMkLst>
          <pc:docMk/>
          <pc:sldMk cId="620387571" sldId="457"/>
        </pc:sldMkLst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24" creationId="{8F04E34A-4289-FBB1-EB1D-FF98CBB7B267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27" creationId="{76FC6350-CC6E-8E19-1AD0-5915C4AC140F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49" creationId="{9F85AD02-3B59-0F3E-D248-0D4B1BDE4D49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66" creationId="{898B3354-6536-3FCC-0BC2-7C6A378EED7C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87" creationId="{0B03D999-58A3-4DF9-798A-DC76B6FAB4A9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212" creationId="{6D85F012-887E-9458-255C-978B5AC27477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202" creationId="{0A2CAF51-0F44-B488-557B-2A1E9059D6A3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1249" creationId="{9791AD09-9E96-1760-662B-591A127631A1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3524" creationId="{DB1B3090-DDB0-F7DA-85AE-DB8390A415C5}"/>
          </ac:spMkLst>
        </pc:spChg>
        <pc:spChg chg="mod">
          <ac:chgData name="" userId="" providerId="" clId="Web-{CE8A4501-D537-4D82-ADE4-9588955FD696}" dt="2026-09-23T19:59:59.594" v="1" actId="34807"/>
          <ac:spMkLst>
            <pc:docMk/>
            <pc:sldMk cId="620387571" sldId="457"/>
            <ac:spMk id="4126" creationId="{B2F4CDFC-F526-FD44-D62E-DE20E6DACA8E}"/>
          </ac:spMkLst>
        </pc:spChg>
      </pc:sldChg>
      <pc:sldChg chg="modSp modNotesTx">
        <pc:chgData name="" userId="" providerId="" clId="Web-{CE8A4501-D537-4D82-ADE4-9588955FD696}" dt="2026-09-23T20:04:43.918" v="8" actId="34807"/>
        <pc:sldMkLst>
          <pc:docMk/>
          <pc:sldMk cId="3948622614" sldId="659"/>
        </pc:sldMkLst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5839" creationId="{FD3B322B-26F3-80BB-95CE-D343440830D8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5857" creationId="{D11ABFFD-6FC6-3686-574C-A7957684F9EA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5891" creationId="{CE6B955C-ED1E-BD7F-FC64-91FE1CBAF61D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5941" creationId="{577A7246-11CD-EAA5-2257-1764B4685F44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6301" creationId="{2029360E-C337-B1F0-4ACB-C01C94141731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6826" creationId="{2FDA56E3-EDCD-2D41-D700-D0D1EB7FC7A0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6964" creationId="{162490FB-A25C-07CA-25E1-C5CB144E7EAB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7061" creationId="{11D64620-3697-161F-F2A9-8B6A8B4EB7BF}"/>
          </ac:spMkLst>
        </pc:spChg>
        <pc:spChg chg="mod">
          <ac:chgData name="" userId="" providerId="" clId="Web-{CE8A4501-D537-4D82-ADE4-9588955FD696}" dt="2026-09-23T20:00:04.876" v="2" actId="34807"/>
          <ac:spMkLst>
            <pc:docMk/>
            <pc:sldMk cId="3948622614" sldId="659"/>
            <ac:spMk id="27376" creationId="{B4545379-817C-0E48-D90B-AF35BA0BC53C}"/>
          </ac:spMkLst>
        </pc:spChg>
      </pc:sldChg>
      <pc:sldChg chg="modSp modNotesTx">
        <pc:chgData name="" userId="" providerId="" clId="Web-{CE8A4501-D537-4D82-ADE4-9588955FD696}" dt="2026-09-23T20:01:30.832" v="6" actId="34807"/>
        <pc:sldMkLst>
          <pc:docMk/>
          <pc:sldMk cId="343108110" sldId="862"/>
        </pc:sldMkLst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6917" creationId="{85864770-EE46-5F82-F5F1-4B89CDA1B78E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019" creationId="{21FF3ABE-DA53-C61B-5CC4-68F70A67087B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034" creationId="{167ACC24-2510-7CB5-892E-F475F8A0E1A1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190" creationId="{CA13DBE5-CA7B-A464-1C1B-74E28B852E63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320" creationId="{7E2CF223-8AC1-F3AD-3274-E1550EB172BD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442" creationId="{274DD062-0653-4AAE-68D0-EFE4300B41A9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475" creationId="{97D8C4FA-A3E2-ADE7-33F8-0744DD9BE38D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580" creationId="{2AA7CC83-3D3C-6F7F-01A1-C6185915541F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817" creationId="{9CBEC73F-159C-EA72-759E-F876786F8778}"/>
          </ac:spMkLst>
        </pc:spChg>
        <pc:spChg chg="mod">
          <ac:chgData name="" userId="" providerId="" clId="Web-{CE8A4501-D537-4D82-ADE4-9588955FD696}" dt="2026-09-23T20:00:12.345" v="3" actId="34807"/>
          <ac:spMkLst>
            <pc:docMk/>
            <pc:sldMk cId="343108110" sldId="862"/>
            <ac:spMk id="7949" creationId="{E54E07B9-0BBC-C09A-A2DD-9F6665F22FCA}"/>
          </ac:spMkLst>
        </pc:spChg>
      </pc:sldChg>
      <pc:sldChg chg="modSp modNotesTx">
        <pc:chgData name="" userId="" providerId="" clId="Web-{CE8A4501-D537-4D82-ADE4-9588955FD696}" dt="2026-09-23T20:01:30.832" v="6" actId="34807"/>
        <pc:sldMkLst>
          <pc:docMk/>
          <pc:sldMk cId="2961734150" sldId="1066"/>
        </pc:sldMkLst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7952" creationId="{F3821E80-9031-07EE-97EB-DB8CACABC6C7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7955" creationId="{85FAD62F-E546-5B4F-A237-B2F943665F50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8015" creationId="{DD35C877-E74E-553F-31A1-B70204BC2587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8040" creationId="{A12D30F1-2E00-62EB-0288-C45B2072E061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8069" creationId="{FF3B1C4D-F5FB-20E1-E7A7-10AB8BB61C02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8139" creationId="{3DB6816B-13C1-149D-6A38-A9CDF89801F1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9840" creationId="{30C23C56-D4F6-F59F-19DF-3D30917FCD08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9902" creationId="{6F7BAE56-2029-8B7E-D1ED-7501D042A601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17129" creationId="{6E49EA24-203B-7497-04AF-D0A842D28707}"/>
          </ac:spMkLst>
        </pc:spChg>
        <pc:spChg chg="mod">
          <ac:chgData name="" userId="" providerId="" clId="Web-{CE8A4501-D537-4D82-ADE4-9588955FD696}" dt="2026-09-23T20:00:18.236" v="4" actId="34807"/>
          <ac:spMkLst>
            <pc:docMk/>
            <pc:sldMk cId="2961734150" sldId="1066"/>
            <ac:spMk id="25340" creationId="{004FCCAB-19FB-8B6C-E8BF-9209A69C4D7F}"/>
          </ac:spMkLst>
        </pc:spChg>
      </pc:sldChg>
      <pc:sldChg chg="modSp modNotesTx">
        <pc:chgData name="" userId="" providerId="" clId="Web-{CE8A4501-D537-4D82-ADE4-9588955FD696}" dt="2026-09-23T20:01:30.832" v="6" actId="34807"/>
        <pc:sldMkLst>
          <pc:docMk/>
          <pc:sldMk cId="400761626" sldId="1271"/>
        </pc:sldMkLst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343" creationId="{F0C1C8A2-72FB-EC95-96E1-B537213B411C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346" creationId="{A80BEF5D-67BF-037B-9A65-59D95AD9DEA4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418" creationId="{DFC9CC16-3ADD-4FB7-76F4-18CBCB215B07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431" creationId="{604C543F-D3C9-C933-8DBD-9A3A8EAEA0D4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493" creationId="{C349E899-7E9B-A92A-BDC4-7B5190511BD6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530" creationId="{33023ABF-5A98-09FC-61BA-8FF19FB9D86B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550" creationId="{9DCA055D-5472-8D9A-878D-1846E6CE96BD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571" creationId="{3CD73C6B-E8F6-030F-82E0-278DA7E24C30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691" creationId="{2445590E-B185-F561-691F-FCEF9057C917}"/>
          </ac:spMkLst>
        </pc:spChg>
        <pc:spChg chg="mod">
          <ac:chgData name="" userId="" providerId="" clId="Web-{CE8A4501-D537-4D82-ADE4-9588955FD696}" dt="2026-09-23T20:00:23.908" v="5" actId="34807"/>
          <ac:spMkLst>
            <pc:docMk/>
            <pc:sldMk cId="400761626" sldId="1271"/>
            <ac:spMk id="25718" creationId="{D6A9BA89-E530-3FAD-1F36-D6F98857C0A7}"/>
          </ac:spMkLst>
        </pc:spChg>
      </pc:sldChg>
    </pc:docChg>
  </pc:docChgLst>
  <pc:docChgLst>
    <pc:chgData clId="Web-{F642F950-5702-40E0-9E6C-C0B858B11948}"/>
    <pc:docChg chg="modSld">
      <pc:chgData name="" userId="" providerId="" clId="Web-{F642F950-5702-40E0-9E6C-C0B858B11948}" dt="2026-09-23T20:20:57.798" v="1" actId="34807"/>
      <pc:docMkLst>
        <pc:docMk/>
      </pc:docMkLst>
      <pc:sldChg chg="modSp modNotesTx">
        <pc:chgData name="" userId="" providerId="" clId="Web-{F642F950-5702-40E0-9E6C-C0B858B11948}" dt="2026-09-23T20:18:21.245" v="0" actId="34807"/>
        <pc:sldMkLst>
          <pc:docMk/>
          <pc:sldMk cId="0" sldId="256"/>
        </pc:sldMkLst>
        <pc:spChg chg="mod">
          <ac:chgData name="" userId="" providerId="" clId="Web-{F642F950-5702-40E0-9E6C-C0B858B11948}" dt="2026-09-23T20:18:21.245" v="0" actId="34807"/>
          <ac:spMkLst>
            <pc:docMk/>
            <pc:sldMk cId="0" sldId="256"/>
            <ac:spMk id="46" creationId="{93E8D743-1CD3-D3E6-4541-98AEF7E900CD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0" sldId="256"/>
            <ac:spMk id="92" creationId="{48990B33-40C6-2C4E-6B45-0A72ED6D4259}"/>
          </ac:spMkLst>
        </pc:spChg>
      </pc:sldChg>
      <pc:sldChg chg="modSp modNotesTx">
        <pc:chgData name="" userId="" providerId="" clId="Web-{F642F950-5702-40E0-9E6C-C0B858B11948}" dt="2026-09-23T20:20:57.798" v="1" actId="34807"/>
        <pc:sldMkLst>
          <pc:docMk/>
          <pc:sldMk cId="620387571" sldId="457"/>
        </pc:sldMkLst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22" creationId="{FF5A7891-6B4E-B35B-F2E4-50E046ECD18B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24" creationId="{8F04E34A-4289-FBB1-EB1D-FF98CBB7B267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27" creationId="{76FC6350-CC6E-8E19-1AD0-5915C4AC140F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49" creationId="{9F85AD02-3B59-0F3E-D248-0D4B1BDE4D49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66" creationId="{898B3354-6536-3FCC-0BC2-7C6A378EED7C}"/>
          </ac:spMkLst>
        </pc:spChg>
        <pc:spChg chg="mod">
          <ac:chgData name="" userId="" providerId="" clId="Web-{F642F950-5702-40E0-9E6C-C0B858B11948}" dt="2026-09-23T20:20:57.798" v="1" actId="34807"/>
          <ac:spMkLst>
            <pc:docMk/>
            <pc:sldMk cId="620387571" sldId="457"/>
            <ac:spMk id="212" creationId="{6D85F012-887E-9458-255C-978B5AC27477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202" creationId="{0A2CAF51-0F44-B488-557B-2A1E9059D6A3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1249" creationId="{9791AD09-9E96-1760-662B-591A127631A1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3524" creationId="{DB1B3090-DDB0-F7DA-85AE-DB8390A415C5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620387571" sldId="457"/>
            <ac:spMk id="3776" creationId="{339E4113-9F19-F02E-A417-261E921E58FE}"/>
          </ac:spMkLst>
        </pc:spChg>
      </pc:sldChg>
      <pc:sldChg chg="modSp modNotesTx">
        <pc:chgData name="" userId="" providerId="" clId="Web-{F642F950-5702-40E0-9E6C-C0B858B11948}" dt="2026-09-23T20:20:57.798" v="1" actId="34807"/>
        <pc:sldMkLst>
          <pc:docMk/>
          <pc:sldMk cId="3948622614" sldId="659"/>
        </pc:sldMkLst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5839" creationId="{FD3B322B-26F3-80BB-95CE-D343440830D8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5842" creationId="{75ADD0CE-ACB7-0986-33B7-FF3178890A76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5857" creationId="{D11ABFFD-6FC6-3686-574C-A7957684F9EA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5891" creationId="{CE6B955C-ED1E-BD7F-FC64-91FE1CBAF61D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6089" creationId="{709FEC80-7CBF-E8C3-B2A4-A73A63ED5289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6301" creationId="{2029360E-C337-B1F0-4ACB-C01C94141731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6332" creationId="{E953D45C-B954-1225-0B9C-88BD77D89059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6826" creationId="{2FDA56E3-EDCD-2D41-D700-D0D1EB7FC7A0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7061" creationId="{11D64620-3697-161F-F2A9-8B6A8B4EB7BF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948622614" sldId="659"/>
            <ac:spMk id="27214" creationId="{FFD5E748-1186-C2F7-2ABD-026A4904F235}"/>
          </ac:spMkLst>
        </pc:spChg>
      </pc:sldChg>
      <pc:sldChg chg="modSp modNotesTx">
        <pc:chgData name="" userId="" providerId="" clId="Web-{F642F950-5702-40E0-9E6C-C0B858B11948}" dt="2026-09-23T20:18:21.245" v="0" actId="34807"/>
        <pc:sldMkLst>
          <pc:docMk/>
          <pc:sldMk cId="343108110" sldId="862"/>
        </pc:sldMkLst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6935" creationId="{C7B0EDFC-5706-2614-2C9E-B15D2006B01F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019" creationId="{21FF3ABE-DA53-C61B-5CC4-68F70A67087B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292" creationId="{EF8CF521-482E-1D14-4EE2-9D8B8A024DF2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320" creationId="{7E2CF223-8AC1-F3AD-3274-E1550EB172BD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410" creationId="{93F03E0E-DD28-D3BC-4C28-823F4C936405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442" creationId="{274DD062-0653-4AAE-68D0-EFE4300B41A9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475" creationId="{97D8C4FA-A3E2-ADE7-33F8-0744DD9BE38D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544" creationId="{9547B331-D121-97F1-EED0-F85509D29971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817" creationId="{9CBEC73F-159C-EA72-759E-F876786F8778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343108110" sldId="862"/>
            <ac:spMk id="7949" creationId="{E54E07B9-0BBC-C09A-A2DD-9F6665F22FCA}"/>
          </ac:spMkLst>
        </pc:spChg>
      </pc:sldChg>
      <pc:sldChg chg="modSp modNotesTx">
        <pc:chgData name="" userId="" providerId="" clId="Web-{F642F950-5702-40E0-9E6C-C0B858B11948}" dt="2026-09-23T20:20:57.798" v="1" actId="34807"/>
        <pc:sldMkLst>
          <pc:docMk/>
          <pc:sldMk cId="2961734150" sldId="1066"/>
        </pc:sldMkLst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7955" creationId="{85FAD62F-E546-5B4F-A237-B2F943665F50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7994" creationId="{8D6F69DD-A982-2763-9BF8-DC8E0C74F046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8015" creationId="{DD35C877-E74E-553F-31A1-B70204BC2587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8102" creationId="{EB1E7063-5811-1B58-57E6-9E3B9B0C826A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8139" creationId="{3DB6816B-13C1-149D-6A38-A9CDF89801F1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8274" creationId="{FA1C85D6-B7C0-3DF0-A171-C662D66740C8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9902" creationId="{6F7BAE56-2029-8B7E-D1ED-7501D042A601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12800" creationId="{BF4B1706-BA68-5A4D-2CE4-FC258614A814}"/>
          </ac:spMkLst>
        </pc:spChg>
        <pc:spChg chg="mod">
          <ac:chgData name="" userId="" providerId="" clId="Web-{F642F950-5702-40E0-9E6C-C0B858B11948}" dt="2026-09-23T20:20:57.798" v="1" actId="34807"/>
          <ac:spMkLst>
            <pc:docMk/>
            <pc:sldMk cId="2961734150" sldId="1066"/>
            <ac:spMk id="12899" creationId="{81CFFB2D-B403-1F22-E174-80DDE1AD09FF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17265" creationId="{DE4B8F80-7B35-196A-5FEC-BAF5DEC90DDF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2961734150" sldId="1066"/>
            <ac:spMk id="23000" creationId="{DBC96486-CC38-BBC9-38BC-04338F25313B}"/>
          </ac:spMkLst>
        </pc:spChg>
      </pc:sldChg>
      <pc:sldChg chg="modSp modNotesTx">
        <pc:chgData name="" userId="" providerId="" clId="Web-{F642F950-5702-40E0-9E6C-C0B858B11948}" dt="2026-09-23T20:18:21.245" v="0" actId="34807"/>
        <pc:sldMkLst>
          <pc:docMk/>
          <pc:sldMk cId="400761626" sldId="1271"/>
        </pc:sldMkLst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341" creationId="{3AA96B58-DBB6-45F3-9F82-27F646F1D616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406" creationId="{0E4F5AA6-8DD4-D6A2-FE85-C0F224A0F8C5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418" creationId="{DFC9CC16-3ADD-4FB7-76F4-18CBCB215B07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431" creationId="{604C543F-D3C9-C933-8DBD-9A3A8EAEA0D4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476" creationId="{B063EAC7-9BE8-E875-E356-E4C9FAB35F49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493" creationId="{C349E899-7E9B-A92A-BDC4-7B5190511BD6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511" creationId="{C7972DF7-E6E2-1C53-C8D7-2CFE9C113B5E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550" creationId="{9DCA055D-5472-8D9A-878D-1846E6CE96BD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718" creationId="{D6A9BA89-E530-3FAD-1F36-D6F98857C0A7}"/>
          </ac:spMkLst>
        </pc:spChg>
        <pc:spChg chg="mod">
          <ac:chgData name="" userId="" providerId="" clId="Web-{F642F950-5702-40E0-9E6C-C0B858B11948}" dt="2026-09-23T20:18:21.245" v="0" actId="34807"/>
          <ac:spMkLst>
            <pc:docMk/>
            <pc:sldMk cId="400761626" sldId="1271"/>
            <ac:spMk id="25836" creationId="{290FE5A4-BD5C-BB47-C460-553BFA62F088}"/>
          </ac:spMkLst>
        </pc:spChg>
      </pc:sldChg>
    </pc:docChg>
  </pc:docChgLst>
  <pc:docChgLst>
    <pc:chgData clId="Web-{9296F112-39EA-4C16-88A0-D3DBB6267684}"/>
    <pc:docChg chg="mod addSld modSld modMainMaster setSldSz">
      <pc:chgData name="" userId="" providerId="" clId="Web-{9296F112-39EA-4C16-88A0-D3DBB6267684}" dt="2026-09-23T12:51:36.999" v="25" actId="34807"/>
      <pc:docMkLst>
        <pc:docMk/>
      </pc:docMkLst>
      <pc:sldChg chg="addSp modSp mod setBg modNotesTx">
        <pc:chgData name="" userId="" providerId="" clId="Web-{9296F112-39EA-4C16-88A0-D3DBB6267684}" dt="2026-09-23T12:41:17.415" v="3" actId="34807"/>
        <pc:sldMkLst>
          <pc:docMk/>
          <pc:sldMk cId="0" sldId="256"/>
        </pc:sldMkLst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2" creationId="{03B10D69-7DFD-9B43-80EA-B70E7E519B45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11" creationId="{183EAA2F-758D-AE25-AF28-16145752AC62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22" creationId="{241EA9D6-94AC-9BA3-BFC0-94123976F72A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37" creationId="{A8A6C3D5-58F9-6346-D5A2-1FC7667E5AA1}"/>
          </ac:spMkLst>
        </pc:spChg>
        <pc:spChg chg="add mod">
          <ac:chgData name="" userId="" providerId="" clId="Web-{9296F112-39EA-4C16-88A0-D3DBB6267684}" dt="2026-09-23T12:41:17.415" v="3" actId="34807"/>
          <ac:spMkLst>
            <pc:docMk/>
            <pc:sldMk cId="0" sldId="256"/>
            <ac:spMk id="46" creationId="{93E8D743-1CD3-D3E6-4541-98AEF7E900CD}"/>
          </ac:spMkLst>
        </pc:spChg>
        <pc:spChg chg="mod">
          <ac:chgData name="" userId="" providerId="" clId="Web-{9296F112-39EA-4C16-88A0-D3DBB6267684}" dt="2026-09-23T12:41:17.415" v="3" actId="34807"/>
          <ac:spMkLst>
            <pc:docMk/>
            <pc:sldMk cId="0" sldId="256"/>
            <ac:spMk id="56" creationId="{6523AD9D-4558-3387-0E7B-29ED492A069C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67" creationId="{299F5839-23AC-E1B1-E0F8-9F5CF4806482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79" creationId="{FC50678C-0DB5-6622-C28D-C3841E8C8127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92" creationId="{48990B33-40C6-2C4E-6B45-0A72ED6D4259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106" creationId="{FBCFBFB3-FA8A-3E11-3908-8912E0A072D3}"/>
          </ac:spMkLst>
        </pc:spChg>
        <pc:spChg chg="add mod">
          <ac:chgData name="" userId="" providerId="" clId="Web-{9296F112-39EA-4C16-88A0-D3DBB6267684}" dt="2026-09-23T12:41:16.181" v="1" actId="34807"/>
          <ac:spMkLst>
            <pc:docMk/>
            <pc:sldMk cId="0" sldId="256"/>
            <ac:spMk id="121" creationId="{4458756C-B6BD-1AE4-0659-DD0C58BCF197}"/>
          </ac:spMkLst>
        </pc:spChg>
      </pc:sldChg>
      <pc:sldChg chg="addSp modSp add mod setBg modNotesTx">
        <pc:chgData name="" userId="" providerId="" clId="Web-{9296F112-39EA-4C16-88A0-D3DBB6267684}" dt="2026-09-23T12:45:43.228" v="8" actId="34807"/>
        <pc:sldMkLst>
          <pc:docMk/>
          <pc:sldMk cId="620387571" sldId="457"/>
        </pc:sldMkLst>
        <pc:spChg chg="add 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122" creationId="{FF5A7891-6B4E-B35B-F2E4-50E046ECD18B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127" creationId="{76FC6350-CC6E-8E19-1AD0-5915C4AC140F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131" creationId="{2D263121-F7C9-F52C-4575-B681D55CE00B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136" creationId="{1C210FC8-170F-73D0-B6BF-D66C657509CC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241" creationId="{E0D3666E-0175-B95E-98FD-D051F738356B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472" creationId="{1ABD3718-5665-2FDC-CD79-7A9EDE016B47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862" creationId="{61256D64-6D34-7B75-C678-7E6891FA4913}"/>
          </ac:spMkLst>
        </pc:spChg>
        <pc:spChg chg="add 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982" creationId="{59D56933-F872-59B1-6BE8-13EB91939F7A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1202" creationId="{0A2CAF51-0F44-B488-557B-2A1E9059D6A3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1891" creationId="{0C9A9F1C-8425-C3D2-27BE-8514098AE4EA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2074" creationId="{A42ACEFC-DAD4-D842-71FF-D318DB3E1623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2137" creationId="{AA6F6A93-50C3-14CA-2F93-83524EEAF547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2399" creationId="{4808F7C6-7D84-53CB-4D74-2DEE2C73DE05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2467" creationId="{4995EF0E-F8C5-6AF5-BAB3-30951CB32E64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3524" creationId="{DB1B3090-DDB0-F7DA-85AE-DB8390A415C5}"/>
          </ac:spMkLst>
        </pc:spChg>
        <pc:spChg chg="mod">
          <ac:chgData name="" userId="" providerId="" clId="Web-{9296F112-39EA-4C16-88A0-D3DBB6267684}" dt="2026-09-23T12:45:43.228" v="8" actId="34807"/>
          <ac:spMkLst>
            <pc:docMk/>
            <pc:sldMk cId="620387571" sldId="457"/>
            <ac:spMk id="3607" creationId="{393B9039-2734-48AC-A2BC-43AA761AA061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4037" creationId="{E1332C56-A3C7-B62F-A849-BBDB61902FE3}"/>
          </ac:spMkLst>
        </pc:spChg>
        <pc:spChg chg="add mod">
          <ac:chgData name="" userId="" providerId="" clId="Web-{9296F112-39EA-4C16-88A0-D3DBB6267684}" dt="2026-09-23T12:45:41.244" v="6" actId="34807"/>
          <ac:spMkLst>
            <pc:docMk/>
            <pc:sldMk cId="620387571" sldId="457"/>
            <ac:spMk id="4681" creationId="{7B89E839-ABAB-6B8B-049A-330614160F05}"/>
          </ac:spMkLst>
        </pc:spChg>
      </pc:sldChg>
      <pc:sldChg chg="addSp delSp modSp add mod setBg modNotesTx">
        <pc:chgData name="" userId="" providerId="" clId="Web-{9296F112-39EA-4C16-88A0-D3DBB6267684}" dt="2026-09-23T12:49:30.867" v="24" actId="34807"/>
        <pc:sldMkLst>
          <pc:docMk/>
          <pc:sldMk cId="3948622614" sldId="659"/>
        </pc:sldMkLst>
        <pc:spChg chg="add mod">
          <ac:chgData name="" userId="" providerId="" clId="Web-{9296F112-39EA-4C16-88A0-D3DBB6267684}" dt="2026-09-23T12:49:30.867" v="24" actId="34807"/>
          <ac:spMkLst>
            <pc:docMk/>
            <pc:sldMk cId="3948622614" sldId="659"/>
            <ac:spMk id="25837" creationId="{E8FA84D0-2E7C-3520-3D32-22D3538D9DE6}"/>
          </ac:spMkLst>
        </pc:spChg>
        <pc:spChg chg="add mod">
          <ac:chgData name="" userId="" providerId="" clId="Web-{9296F112-39EA-4C16-88A0-D3DBB6267684}" dt="2026-09-23T12:49:30.867" v="24" actId="34807"/>
          <ac:spMkLst>
            <pc:docMk/>
            <pc:sldMk cId="3948622614" sldId="659"/>
            <ac:spMk id="25842" creationId="{75ADD0CE-ACB7-0986-33B7-FF3178890A76}"/>
          </ac:spMkLst>
        </pc:spChg>
        <pc:spChg chg="mod">
          <ac:chgData name="" userId="" providerId="" clId="Web-{9296F112-39EA-4C16-88A0-D3DBB6267684}" dt="2026-09-23T12:49:30.867" v="24" actId="34807"/>
          <ac:spMkLst>
            <pc:docMk/>
            <pc:sldMk cId="3948622614" sldId="659"/>
            <ac:spMk id="25846" creationId="{FE970A38-A357-63C6-BF8F-2A23D5E89F71}"/>
          </ac:spMkLst>
        </pc:spChg>
        <pc:spChg chg="mod">
          <ac:chgData name="" userId="" providerId="" clId="Web-{9296F112-39EA-4C16-88A0-D3DBB6267684}" dt="2026-09-23T12:49:30.867" v="24" actId="34807"/>
          <ac:spMkLst>
            <pc:docMk/>
            <pc:sldMk cId="3948622614" sldId="659"/>
            <ac:spMk id="25851" creationId="{0CBBABBB-A139-8238-2781-712E37DF969B}"/>
          </ac:spMkLst>
        </pc:spChg>
        <pc:spChg chg="add mod">
          <ac:chgData name="" userId="" providerId="" clId="Web-{9296F112-39EA-4C16-88A0-D3DBB6267684}" dt="2026-09-23T12:49:28.882" v="22" actId="34807"/>
          <ac:spMkLst>
            <pc:docMk/>
            <pc:sldMk cId="3948622614" sldId="659"/>
            <ac:spMk id="25857" creationId="{D11ABFFD-6FC6-3686-574C-A7957684F9EA}"/>
          </ac:spMkLst>
        </pc:spChg>
        <pc:spChg chg="add mod">
          <ac:chgData name="" userId="" providerId="" clId="Web-{9296F112-39EA-4C16-88A0-D3DBB6267684}" dt="2026-09-23T12:49:28.882" v="22" actId="34807"/>
          <ac:spMkLst>
            <pc:docMk/>
            <pc:sldMk cId="3948622614" sldId="659"/>
            <ac:spMk id="26026" creationId="{682D7BE3-FB41-784D-AEF6-9E74ABA90D84}"/>
          </ac:spMkLst>
        </pc:spChg>
        <pc:spChg chg="mod">
          <ac:chgData name="" userId="" providerId="" clId="Web-{9296F112-39EA-4C16-88A0-D3DBB6267684}" dt="2026-09-23T12:49:30.867" v="24" actId="34807"/>
          <ac:spMkLst>
            <pc:docMk/>
            <pc:sldMk cId="3948622614" sldId="659"/>
            <ac:spMk id="26397" creationId="{011D4BA0-1127-58F8-1A9C-2586B3A6F783}"/>
          </ac:spMkLst>
        </pc:spChg>
        <pc:spChg chg="mod">
          <ac:chgData name="" userId="" providerId="" clId="Web-{9296F112-39EA-4C16-88A0-D3DBB6267684}" dt="2026-09-23T12:49:30.867" v="24" actId="34807"/>
          <ac:spMkLst>
            <pc:docMk/>
            <pc:sldMk cId="3948622614" sldId="659"/>
            <ac:spMk id="26826" creationId="{2FDA56E3-EDCD-2D41-D700-D0D1EB7FC7A0}"/>
          </ac:spMkLst>
        </pc:spChg>
        <pc:spChg chg="add mod">
          <ac:chgData name="" userId="" providerId="" clId="Web-{9296F112-39EA-4C16-88A0-D3DBB6267684}" dt="2026-09-23T12:49:28.882" v="22" actId="34807"/>
          <ac:spMkLst>
            <pc:docMk/>
            <pc:sldMk cId="3948622614" sldId="659"/>
            <ac:spMk id="26917" creationId="{323ADBE8-28F7-6B88-FF77-2FEB7001AC09}"/>
          </ac:spMkLst>
        </pc:spChg>
        <pc:spChg chg="add mod">
          <ac:chgData name="" userId="" providerId="" clId="Web-{9296F112-39EA-4C16-88A0-D3DBB6267684}" dt="2026-09-23T12:49:28.882" v="22" actId="34807"/>
          <ac:spMkLst>
            <pc:docMk/>
            <pc:sldMk cId="3948622614" sldId="659"/>
            <ac:spMk id="26964" creationId="{162490FB-A25C-07CA-25E1-C5CB144E7EAB}"/>
          </ac:spMkLst>
        </pc:spChg>
        <pc:spChg chg="add mod">
          <ac:chgData name="" userId="" providerId="" clId="Web-{9296F112-39EA-4C16-88A0-D3DBB6267684}" dt="2026-09-23T12:49:28.882" v="22" actId="34807"/>
          <ac:spMkLst>
            <pc:docMk/>
            <pc:sldMk cId="3948622614" sldId="659"/>
            <ac:spMk id="27214" creationId="{FFD5E748-1186-C2F7-2ABD-026A4904F235}"/>
          </ac:spMkLst>
        </pc:spChg>
      </pc:sldChg>
      <pc:sldChg chg="addSp modSp add mod setBg modNotesTx">
        <pc:chgData name="" userId="" providerId="" clId="Web-{9296F112-39EA-4C16-88A0-D3DBB6267684}" dt="2026-09-23T12:45:59.401" v="14" actId="34807"/>
        <pc:sldMkLst>
          <pc:docMk/>
          <pc:sldMk cId="343108110" sldId="862"/>
        </pc:sldMkLst>
        <pc:spChg chg="mod">
          <ac:chgData name="" userId="" providerId="" clId="Web-{9296F112-39EA-4C16-88A0-D3DBB6267684}" dt="2026-09-23T12:45:59.401" v="14" actId="34807"/>
          <ac:spMkLst>
            <pc:docMk/>
            <pc:sldMk cId="343108110" sldId="862"/>
            <ac:spMk id="6915" creationId="{5C123262-9593-B42A-A47C-DC772477BFF2}"/>
          </ac:spMkLst>
        </pc:spChg>
        <pc:spChg chg="add mod">
          <ac:chgData name="" userId="" providerId="" clId="Web-{9296F112-39EA-4C16-88A0-D3DBB6267684}" dt="2026-09-23T12:45:59.401" v="14" actId="34807"/>
          <ac:spMkLst>
            <pc:docMk/>
            <pc:sldMk cId="343108110" sldId="862"/>
            <ac:spMk id="6920" creationId="{091B3FE0-F98B-606A-701B-51C7DE6BAABC}"/>
          </ac:spMkLst>
        </pc:spChg>
        <pc:spChg chg="mod">
          <ac:chgData name="" userId="" providerId="" clId="Web-{9296F112-39EA-4C16-88A0-D3DBB6267684}" dt="2026-09-23T12:45:59.401" v="14" actId="34807"/>
          <ac:spMkLst>
            <pc:docMk/>
            <pc:sldMk cId="343108110" sldId="862"/>
            <ac:spMk id="6924" creationId="{395CD0FB-124A-0E66-7C4C-FA636E323E6D}"/>
          </ac:spMkLst>
        </pc:spChg>
        <pc:spChg chg="mod">
          <ac:chgData name="" userId="" providerId="" clId="Web-{9296F112-39EA-4C16-88A0-D3DBB6267684}" dt="2026-09-23T12:45:59.401" v="14" actId="34807"/>
          <ac:spMkLst>
            <pc:docMk/>
            <pc:sldMk cId="343108110" sldId="862"/>
            <ac:spMk id="6929" creationId="{EDCA4475-3724-565F-FB55-2E318A66FABD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6950" creationId="{D42ACA32-2B21-6084-C06B-98F4A536EC14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6969" creationId="{A96865C8-00AE-1CDA-78D8-F64D193741E0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005" creationId="{FDE4EEAE-10EF-E6FF-A359-0E8E4ED0F877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167" creationId="{FC8A258F-F5C9-1658-A218-039E0B03889C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349" creationId="{17BACF43-2CBE-53BE-D62D-6F953A3FFE05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379" creationId="{0C4AC62D-08E8-DF3C-73E8-C893E4A5BB7C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442" creationId="{274DD062-0653-4AAE-68D0-EFE4300B41A9}"/>
          </ac:spMkLst>
        </pc:spChg>
        <pc:spChg chg="mod">
          <ac:chgData name="" userId="" providerId="" clId="Web-{9296F112-39EA-4C16-88A0-D3DBB6267684}" dt="2026-09-23T12:45:59.401" v="14" actId="34807"/>
          <ac:spMkLst>
            <pc:docMk/>
            <pc:sldMk cId="343108110" sldId="862"/>
            <ac:spMk id="7475" creationId="{97D8C4FA-A3E2-ADE7-33F8-0744DD9BE38D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617" creationId="{1A0EE829-71BE-AC73-18B2-527359218A10}"/>
          </ac:spMkLst>
        </pc:spChg>
        <pc:spChg chg="add mod">
          <ac:chgData name="" userId="" providerId="" clId="Web-{9296F112-39EA-4C16-88A0-D3DBB6267684}" dt="2026-09-23T12:45:57.948" v="12" actId="34807"/>
          <ac:spMkLst>
            <pc:docMk/>
            <pc:sldMk cId="343108110" sldId="862"/>
            <ac:spMk id="7734" creationId="{E555E204-0D8C-A22B-46AF-A5F5D1EEE58D}"/>
          </ac:spMkLst>
        </pc:spChg>
      </pc:sldChg>
      <pc:sldChg chg="addSp modSp add mod setBg modNotesTx">
        <pc:chgData name="" userId="" providerId="" clId="Web-{9296F112-39EA-4C16-88A0-D3DBB6267684}" dt="2026-09-23T12:51:36.999" v="25" actId="34807"/>
        <pc:sldMkLst>
          <pc:docMk/>
          <pc:sldMk cId="2961734150" sldId="1066"/>
        </pc:sldMkLst>
        <pc:spChg chg="mod">
          <ac:chgData name="" userId="" providerId="" clId="Web-{9296F112-39EA-4C16-88A0-D3DBB6267684}" dt="2026-09-23T12:46:09.089" v="17" actId="34807"/>
          <ac:spMkLst>
            <pc:docMk/>
            <pc:sldMk cId="2961734150" sldId="1066"/>
            <ac:spMk id="7950" creationId="{3EAAE0F9-D16E-0D37-D92A-A95C11F30CC8}"/>
          </ac:spMkLst>
        </pc:spChg>
        <pc:spChg chg="mod">
          <ac:chgData name="" userId="" providerId="" clId="Web-{9296F112-39EA-4C16-88A0-D3DBB6267684}" dt="2026-09-23T12:46:09.089" v="17" actId="34807"/>
          <ac:spMkLst>
            <pc:docMk/>
            <pc:sldMk cId="2961734150" sldId="1066"/>
            <ac:spMk id="7955" creationId="{85FAD62F-E546-5B4F-A237-B2F943665F50}"/>
          </ac:spMkLst>
        </pc:spChg>
        <pc:spChg chg="mod">
          <ac:chgData name="" userId="" providerId="" clId="Web-{9296F112-39EA-4C16-88A0-D3DBB6267684}" dt="2026-09-23T12:46:09.089" v="17" actId="34807"/>
          <ac:spMkLst>
            <pc:docMk/>
            <pc:sldMk cId="2961734150" sldId="1066"/>
            <ac:spMk id="7959" creationId="{30D0F975-C99E-418E-00ED-C489F7BC674B}"/>
          </ac:spMkLst>
        </pc:spChg>
        <pc:spChg chg="mod">
          <ac:chgData name="" userId="" providerId="" clId="Web-{9296F112-39EA-4C16-88A0-D3DBB6267684}" dt="2026-09-23T12:46:09.089" v="17" actId="34807"/>
          <ac:spMkLst>
            <pc:docMk/>
            <pc:sldMk cId="2961734150" sldId="1066"/>
            <ac:spMk id="7964" creationId="{0B84A685-2B4E-CA8B-CC72-6B44D9387E6C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7970" creationId="{D8CA4607-9BAA-62D9-E0C5-991C16173BF3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8225" creationId="{2FDF3AB7-F29C-5CA5-CC9D-060F84E60D4F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8355" creationId="{9E827355-EDE7-1D9A-620D-5A93D2BE5A81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10094" creationId="{581A4532-74E2-7B2D-71A4-EA0CC2FE0E31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10875" creationId="{FFF6F213-E7EA-4BC8-5A58-A8F07DB925C6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14970" creationId="{DA19E6D5-FB7B-7FC0-C65D-FC0FB26F618A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16464" creationId="{91DD6399-AA36-CE2A-CF19-30DF3238ACE6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16860" creationId="{382E7054-F4CF-FFCD-4D66-8696F49A4518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23174" creationId="{CB8844CC-A924-6675-9192-D6417D5B3BF1}"/>
          </ac:spMkLst>
        </pc:spChg>
        <pc:spChg chg="add mod">
          <ac:chgData name="" userId="" providerId="" clId="Web-{9296F112-39EA-4C16-88A0-D3DBB6267684}" dt="2026-09-23T12:46:06.620" v="15" actId="34807"/>
          <ac:spMkLst>
            <pc:docMk/>
            <pc:sldMk cId="2961734150" sldId="1066"/>
            <ac:spMk id="24969" creationId="{1668BEFB-B3C1-FFDF-0B1F-ADA994124DE0}"/>
          </ac:spMkLst>
        </pc:spChg>
        <pc:spChg chg="mod">
          <ac:chgData name="" userId="" providerId="" clId="Web-{9296F112-39EA-4C16-88A0-D3DBB6267684}" dt="2026-09-23T12:46:09.089" v="17" actId="34807"/>
          <ac:spMkLst>
            <pc:docMk/>
            <pc:sldMk cId="2961734150" sldId="1066"/>
            <ac:spMk id="25340" creationId="{004FCCAB-19FB-8B6C-E8BF-9209A69C4D7F}"/>
          </ac:spMkLst>
        </pc:spChg>
      </pc:sldChg>
      <pc:sldChg chg="addSp modSp add mod setBg modNotesTx">
        <pc:chgData name="" userId="" providerId="" clId="Web-{9296F112-39EA-4C16-88A0-D3DBB6267684}" dt="2026-09-23T12:51:36.999" v="25" actId="34807"/>
        <pc:sldMkLst>
          <pc:docMk/>
          <pc:sldMk cId="400761626" sldId="1271"/>
        </pc:sldMkLst>
        <pc:spChg chg="mod">
          <ac:chgData name="" userId="" providerId="" clId="Web-{9296F112-39EA-4C16-88A0-D3DBB6267684}" dt="2026-09-23T12:46:18.496" v="20" actId="34807"/>
          <ac:spMkLst>
            <pc:docMk/>
            <pc:sldMk cId="400761626" sldId="1271"/>
            <ac:spMk id="25341" creationId="{3AA96B58-DBB6-45F3-9F82-27F646F1D616}"/>
          </ac:spMkLst>
        </pc:spChg>
        <pc:spChg chg="add mod">
          <ac:chgData name="" userId="" providerId="" clId="Web-{9296F112-39EA-4C16-88A0-D3DBB6267684}" dt="2026-09-23T12:46:18.496" v="20" actId="34807"/>
          <ac:spMkLst>
            <pc:docMk/>
            <pc:sldMk cId="400761626" sldId="1271"/>
            <ac:spMk id="25346" creationId="{A80BEF5D-67BF-037B-9A65-59D95AD9DEA4}"/>
          </ac:spMkLst>
        </pc:spChg>
        <pc:spChg chg="add mod">
          <ac:chgData name="" userId="" providerId="" clId="Web-{9296F112-39EA-4C16-88A0-D3DBB6267684}" dt="2026-09-23T12:46:18.496" v="20" actId="34807"/>
          <ac:spMkLst>
            <pc:docMk/>
            <pc:sldMk cId="400761626" sldId="1271"/>
            <ac:spMk id="25350" creationId="{31EB7A6D-645E-123B-D4D9-AC511362B496}"/>
          </ac:spMkLst>
        </pc:spChg>
        <pc:spChg chg="mod">
          <ac:chgData name="" userId="" providerId="" clId="Web-{9296F112-39EA-4C16-88A0-D3DBB6267684}" dt="2026-09-23T12:46:18.496" v="20" actId="34807"/>
          <ac:spMkLst>
            <pc:docMk/>
            <pc:sldMk cId="400761626" sldId="1271"/>
            <ac:spMk id="25355" creationId="{D5AABE06-44C7-BDF7-4876-C78DE9DC82B9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361" creationId="{6D3F278D-4C46-CF7D-2EF4-6BA4D7BFAF1C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406" creationId="{0E4F5AA6-8DD4-D6A2-FE85-C0F224A0F8C5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445" creationId="{73C44E5C-A16F-A218-FCCB-B08C015456CC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493" creationId="{C349E899-7E9B-A92A-BDC4-7B5190511BD6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530" creationId="{33023ABF-5A98-09FC-61BA-8FF19FB9D86B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640" creationId="{B38814C9-DD11-AE0D-BF4F-57B92AB685A6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746" creationId="{6646A15B-FD6C-FC89-3846-8726C0E99576}"/>
          </ac:spMkLst>
        </pc:spChg>
        <pc:spChg chg="add mod">
          <ac:chgData name="" userId="" providerId="" clId="Web-{9296F112-39EA-4C16-88A0-D3DBB6267684}" dt="2026-09-23T12:46:17.136" v="18" actId="34807"/>
          <ac:spMkLst>
            <pc:docMk/>
            <pc:sldMk cId="400761626" sldId="1271"/>
            <ac:spMk id="25775" creationId="{8095C382-0D52-A99F-21E1-C0E2DD05FF85}"/>
          </ac:spMkLst>
        </pc:spChg>
      </pc:sldChg>
      <pc:sldMasterChg chg="modSp modSldLayout">
        <pc:chgData name="" userId="" providerId="" clId="Web-{9296F112-39EA-4C16-88A0-D3DBB6267684}" dt="2026-09-23T12:41:10.196" v="0" actId="34807"/>
        <pc:sldMasterMkLst>
          <pc:docMk/>
          <pc:sldMasterMk cId="2209977519" sldId="2147483648"/>
        </pc:sldMasterMkLst>
        <pc:spChg chg="mod">
          <ac:chgData name="" userId="" providerId="" clId="Web-{9296F112-39EA-4C16-88A0-D3DBB6267684}" dt="2026-09-23T12:41:10.19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9296F112-39EA-4C16-88A0-D3DBB6267684}" dt="2026-09-23T12:41:10.19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9296F112-39EA-4C16-88A0-D3DBB6267684}" dt="2026-09-23T12:41:10.19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9296F112-39EA-4C16-88A0-D3DBB6267684}" dt="2026-09-23T12:41:10.19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9296F112-39EA-4C16-88A0-D3DBB6267684}" dt="2026-09-23T12:41:10.19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9296F112-39EA-4C16-88A0-D3DBB6267684}" dt="2026-09-23T12:41:10.19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9296F112-39EA-4C16-88A0-D3DBB6267684}" dt="2026-09-23T12:41:10.19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D1257-65BD-4E6F-8B07-C1EECB89DBB0}" type="datetimeFigureOut">
              <a:t>11/10/2026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7A5A9-30A0-42CB-9024-6085AE52CF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Prompt caching is not a provisioned resource; it is a property of how the prompt is constructed. The service retains the token computations produced while reading the input, so the identical leading tokens of a prompt — the prefix — are not processed again on subsequent requests. This deck is the twenty-minute cut of a longer deep dive: six slides, the same verified facts, no rates. Not stated on the slide: prompt caching is enabled by default for supported models, and it changes nothing about output content beyond latency and cost. The cover figure states the mechanism: the identical prefix is reused across calls, and only the new input is processed on each request. Scope limits to establish early: caching does not apply to short prompts, and it does not apply where the leading tokens change on every request. Backing page: https://learn.microsoft.com/en-us/azure/foundry/openai/how-to/prompt-caching. Anticipated question: does prompt caching require enablement? Answer: no. It is enabled by default for supported models; the work is in prompt structure, not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7A5A9-30A0-42CB-9024-6085AE52CFF2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is no cache resource to create, size or flush. The cache is influenced only through prompt structure. Diagram, left to right: the client application calls the deployment, optionally through Azure API Management acting as an AI gateway; the deployment is either Standard pay-as-you-go or Provisioned Throughput managed; the request lands on a single model serving machine, and the prompt cache — the key-value (KV) tensors computed while the model read the input — resides on that machine. The boundary is dashed for that reason: cache scope is a single serving machine. Not stated on the slide: the cache stores computed state, not prompt text, and a cache hit requires the prefix to match exactly. A first request performs a full prefill; this is expected behaviour. A gateway does not add prompt caching; that is semantic caching, covered on the final slide. Backing page: https://learn.microsoft.com/en-us/azure/foundry/openai/how-to/prompt-caching. Presenter checklist: verify current cached-input and cache-write rates on the Azure OpenAI pricing page before presenting — Learn states the discount qualitatively and directs to the pricing page for rates. Anticipated question: does prompt caching require enablement? Answer: no; it is enabled by default for supported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7A5A9-30A0-42CB-9024-6085AE52CFF2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1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Sequence, left: request rendered, prefix routed, longest matching cached prefix retrieved; a hit reuses stored token computations, a miss runs the full prefill. Token counting, right: prompt caching supports the complete messages array — system, developer, user and assistant content, and tool definitions — and a structured output schema is appended as a prefix to the system message. The minimum is 1,024 tokens, and the first 1,024 tokens must be identical; a single character difference within them produces a cache miss, reported as a cached_tokens value of 0. Matching is positional across the rendered prompt; it is not evaluated per message type. Upper bar: the boundary falls inside the system message; the identical prefix is complete before the first user turn. Lower bar: a shorter system message places the boundary inside conversation turns, which must then also be identical across requests. Images in user messages are cacheable, as links or base64-encoded data, with the detail parameter set identically across requests. Guidance: structure requests so that repetitive content occurs at the beginning of the messages array. Anticipated question: can the serving machine be selected? Answer: not directly; prompt_cache_key is the routing signal, and approximately 15 requests per minute per prefix-and-key combination occur before misses appear, so distribute across keys while keeping a stable key-to-prefix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7A5A9-30A0-42CB-9024-6085AE52CFF2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7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independent decisions; one of them is a code change. Caching mode determines where the reusable prefix ends. A breakpoint marks that end. Implicit is the default: a breakpoint is placed on the latest message, and explicit breakpoints supplied in the request are also used. Deployment type determines what is configurable at all: on Provisioned Throughput managed there is nothing to configure, so the discussion there concerns prompt structure only. Retention determines how long a prefix stays eligible; 30m is a minimum, not an expiry guarantee, and the service may retain a cached prefix longer. The band at the foot is the model-family split: requests that include prompt_cache_options or prompt_cache_breakpoint on GPT-5.5 and earlier return a 400 error, and those models continue with implicit prompt caching. Not stated on the slide: extended retention operates by offloading key-value tensors to GPU-local storage when memory is full, for up to 24 hours. Backing page: https://learn.microsoft.com/en-us/azure/foundry/openai/how-to/prompt-caching. Presenter checklist: verify the extended-retention model list against Learn before presenting; model lists change. Anticipated question: do existing calls fail on upgrade? Answer: only where newer parameters are sent to an earlier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7A5A9-30A0-42CB-9024-6085AE52CFF2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56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response fields carry the measurement, and three distinct boundaries apply. cached_tokens, under prompt_tokens_details, reports cache reads; cache_write_tokens, where available, reports cache writes. The ratio between them is the metric to graph. Not stated on the slide: in implicit mode the breakpoint placed on the latest message consumes one of the four cache-write slots, leaving the latest three explicit breakpoints, and breakpoints from earlier conversation turns match but are not rewritten. Where separate accounting or routing is required, set prompt_cache_key and reuse the same key for requests sharing long common prefixes; approximately 15 requests per minute per prefix-and-key combination occur before misses appear, so distribute across multiple keys while keeping a stable key-to-prefix mapping. Boundaries: prompt caches are not shared between Azure subscriptions; cached states reside on individual serving machines, so reuse depends on reaching a machine holding a matching, unexpired entry; residency depends on in-memory retention versus extended retention. Backing page: https://learn.microsoft.com/en-us/azure/foundry/openai/how-to/prompt-caching. Presenter checklist: confirm the customer's deployment type and data zone before making residency claims. Anticipated question: cached_tokens remains 0. Answer: verify the leading 1,024 tokens are byte-identical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7A5A9-30A0-42CB-9024-6085AE52CFF2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4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names are similar; the mechanisms are distinct and complementary. Prompt caching reuses the model's token computations for an exactly matching prefix inside the inference path; the model still runs, so output content is unaffected beyond latency and cost. Semantic caching reuses a stored response for an identical or similar prompt, in front of the model; on a hit the model is not called. Its control is the score-threshold attribute, where a lower threshold requires higher semantic similarity. Operational weight differs: semantic caching requires policies, an embeddings deployment and an Azure Managed Redis instance with RediSearch; prompt caching requires no resources. Adoption sequence, four phases: measure cached_tokens per deployment before changes; restructure so stable content leads and dynamic values trail, with append-only history; control, using breakpoints and a stable prompt_cache_key where the model family allows it; then operate, monitoring the read-to-write ratio and treating a sudden drop as a regression. On GPT-5.6 and later, cache writes may incur charges in addition to discounted reads; prefix churn carries cost. References: https://learn.microsoft.com/en-us/azure/foundry/openai/how-to/prompt-caching ; https://developers.openai.com/api/docs/guides/prompt-caching ; https://learn.microsoft.com/en-us/azure/api-management/azure-openai-enable-semantic-caching ; and the Azure OpenAI pricing page. Anticipated question: must one be chosen over the other? Answer: no; they operate at different layers and run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7A5A9-30A0-42CB-9024-6085AE52CFF2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88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B10D69-7DFD-9B43-80EA-B70E7E519B45}"/>
              </a:ext>
            </a:extLst>
          </p:cNvPr>
          <p:cNvSpPr/>
          <p:nvPr/>
        </p:nvSpPr>
        <p:spPr>
          <a:xfrm>
            <a:off x="7864000" y="2194560"/>
            <a:ext cx="2606040" cy="365760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CE315-2319-4FC0-424F-3521D07484D2}"/>
              </a:ext>
            </a:extLst>
          </p:cNvPr>
          <p:cNvSpPr/>
          <p:nvPr/>
        </p:nvSpPr>
        <p:spPr>
          <a:xfrm>
            <a:off x="7864000" y="2743200"/>
            <a:ext cx="2606040" cy="365760"/>
          </a:xfrm>
          <a:prstGeom prst="rect">
            <a:avLst/>
          </a:prstGeom>
          <a:solidFill>
            <a:srgbClr val="00B39F">
              <a:alpha val="72000"/>
            </a:srgbClr>
          </a:solidFill>
          <a:ln>
            <a:solidFill>
              <a:srgbClr val="00B39F">
                <a:alpha val="72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C2118A-8B40-2CE6-0420-A3458AAF7864}"/>
              </a:ext>
            </a:extLst>
          </p:cNvPr>
          <p:cNvSpPr/>
          <p:nvPr/>
        </p:nvSpPr>
        <p:spPr>
          <a:xfrm>
            <a:off x="7864000" y="3291840"/>
            <a:ext cx="2606040" cy="365760"/>
          </a:xfrm>
          <a:prstGeom prst="rect">
            <a:avLst/>
          </a:prstGeom>
          <a:solidFill>
            <a:srgbClr val="00B39F">
              <a:alpha val="48000"/>
            </a:srgbClr>
          </a:solidFill>
          <a:ln>
            <a:solidFill>
              <a:srgbClr val="00B39F">
                <a:alpha val="48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3EAA2F-758D-AE25-AF28-16145752AC62}"/>
              </a:ext>
            </a:extLst>
          </p:cNvPr>
          <p:cNvSpPr/>
          <p:nvPr/>
        </p:nvSpPr>
        <p:spPr>
          <a:xfrm>
            <a:off x="7864000" y="3840480"/>
            <a:ext cx="2606040" cy="365760"/>
          </a:xfrm>
          <a:prstGeom prst="rect">
            <a:avLst/>
          </a:prstGeom>
          <a:solidFill>
            <a:srgbClr val="00B39F">
              <a:alpha val="30000"/>
            </a:srgbClr>
          </a:solidFill>
          <a:ln>
            <a:solidFill>
              <a:srgbClr val="00B39F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075FB-3C6D-8C5B-9923-A0B13316ECCD}"/>
              </a:ext>
            </a:extLst>
          </p:cNvPr>
          <p:cNvSpPr/>
          <p:nvPr/>
        </p:nvSpPr>
        <p:spPr>
          <a:xfrm>
            <a:off x="10561320" y="2194560"/>
            <a:ext cx="960120" cy="365760"/>
          </a:xfrm>
          <a:prstGeom prst="rect">
            <a:avLst/>
          </a:prstGeom>
          <a:solidFill>
            <a:srgbClr val="2A3557"/>
          </a:solidFill>
          <a:ln>
            <a:solidFill>
              <a:srgbClr val="2A35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1EA9D6-94AC-9BA3-BFC0-94123976F72A}"/>
              </a:ext>
            </a:extLst>
          </p:cNvPr>
          <p:cNvSpPr/>
          <p:nvPr/>
        </p:nvSpPr>
        <p:spPr>
          <a:xfrm>
            <a:off x="10561320" y="2743200"/>
            <a:ext cx="960120" cy="365760"/>
          </a:xfrm>
          <a:prstGeom prst="rect">
            <a:avLst/>
          </a:prstGeom>
          <a:solidFill>
            <a:srgbClr val="2A3557"/>
          </a:solidFill>
          <a:ln>
            <a:solidFill>
              <a:srgbClr val="2A35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1ACFE7-EFDC-B2EE-2914-D91DECBC631F}"/>
              </a:ext>
            </a:extLst>
          </p:cNvPr>
          <p:cNvSpPr/>
          <p:nvPr/>
        </p:nvSpPr>
        <p:spPr>
          <a:xfrm>
            <a:off x="10561320" y="3291840"/>
            <a:ext cx="960120" cy="365760"/>
          </a:xfrm>
          <a:prstGeom prst="rect">
            <a:avLst/>
          </a:prstGeom>
          <a:solidFill>
            <a:srgbClr val="2A3557"/>
          </a:solidFill>
          <a:ln>
            <a:solidFill>
              <a:srgbClr val="2A35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A6C3D5-58F9-6346-D5A2-1FC7667E5AA1}"/>
              </a:ext>
            </a:extLst>
          </p:cNvPr>
          <p:cNvSpPr/>
          <p:nvPr/>
        </p:nvSpPr>
        <p:spPr>
          <a:xfrm>
            <a:off x="10561320" y="3840480"/>
            <a:ext cx="960120" cy="365760"/>
          </a:xfrm>
          <a:prstGeom prst="rect">
            <a:avLst/>
          </a:prstGeom>
          <a:solidFill>
            <a:srgbClr val="2A3557"/>
          </a:solidFill>
          <a:ln>
            <a:solidFill>
              <a:srgbClr val="2A35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E8D743-1CD3-D3E6-4541-98AEF7E900CD}"/>
              </a:ext>
            </a:extLst>
          </p:cNvPr>
          <p:cNvSpPr/>
          <p:nvPr/>
        </p:nvSpPr>
        <p:spPr>
          <a:xfrm>
            <a:off x="7864000" y="4343400"/>
            <a:ext cx="3657600" cy="3957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A93AB"/>
                </a:solidFill>
                <a:effectLst/>
                <a:latin typeface="Segoe UI" panose="020B0502040204020203" pitchFamily="34" charset="0"/>
              </a:rPr>
              <a:t>Identical prefix reused; new input processed on each request</a:t>
            </a: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23AD9D-4558-3387-0E7B-29ED492A069C}"/>
              </a:ext>
            </a:extLst>
          </p:cNvPr>
          <p:cNvSpPr/>
          <p:nvPr/>
        </p:nvSpPr>
        <p:spPr>
          <a:xfrm>
            <a:off x="822960" y="1325880"/>
            <a:ext cx="621792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 b="1" spc="14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MICROSOFT FOUNDRY MODELS · TECHNICAL BRIEFING · 20 MINUTES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99F5839-23AC-E1B1-E0F8-9F5CF4806482}"/>
              </a:ext>
            </a:extLst>
          </p:cNvPr>
          <p:cNvSpPr/>
          <p:nvPr/>
        </p:nvSpPr>
        <p:spPr>
          <a:xfrm>
            <a:off x="822960" y="1828800"/>
            <a:ext cx="1234440" cy="45720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C50678C-0DB5-6622-C28D-C3841E8C8127}"/>
              </a:ext>
            </a:extLst>
          </p:cNvPr>
          <p:cNvSpPr/>
          <p:nvPr/>
        </p:nvSpPr>
        <p:spPr>
          <a:xfrm>
            <a:off x="822960" y="2194560"/>
            <a:ext cx="6766560" cy="1600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4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Prompt caching in Azure OpenAI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8990B33-40C6-2C4E-6B45-0A72ED6D4259}"/>
              </a:ext>
            </a:extLst>
          </p:cNvPr>
          <p:cNvSpPr/>
          <p:nvPr/>
        </p:nvSpPr>
        <p:spPr>
          <a:xfrm>
            <a:off x="822960" y="3977640"/>
            <a:ext cx="6217920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500">
                <a:solidFill>
                  <a:srgbClr val="C3CBDE"/>
                </a:solidFill>
                <a:effectLst/>
                <a:latin typeface="Segoe UI" panose="020B0502040204020203" pitchFamily="34" charset="0"/>
              </a:rPr>
              <a:t>Reduced request latency and cost for prompts with identical leading content</a:t>
            </a:r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BCFBFB3-FA8A-3E11-3908-8912E0A072D3}"/>
              </a:ext>
            </a:extLst>
          </p:cNvPr>
          <p:cNvSpPr/>
          <p:nvPr/>
        </p:nvSpPr>
        <p:spPr>
          <a:xfrm>
            <a:off x="822960" y="4937760"/>
            <a:ext cx="457200" cy="18288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458756C-B6BD-1AE4-0659-DD0C58BCF197}"/>
              </a:ext>
            </a:extLst>
          </p:cNvPr>
          <p:cNvSpPr/>
          <p:nvPr/>
        </p:nvSpPr>
        <p:spPr>
          <a:xfrm>
            <a:off x="822960" y="5120640"/>
            <a:ext cx="6858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50">
                <a:solidFill>
                  <a:srgbClr val="9AA3B8"/>
                </a:solidFill>
                <a:effectLst/>
                <a:latin typeface="Segoe UI" panose="020B0502040204020203" pitchFamily="34" charset="0"/>
              </a:rPr>
              <a:t>September </a:t>
            </a:r>
            <a:r>
              <a:rPr lang="en-US" sz="1150" dirty="0">
                <a:solidFill>
                  <a:srgbClr val="9AA3B8"/>
                </a:solidFill>
                <a:effectLst/>
                <a:latin typeface="Segoe UI" panose="020B0502040204020203" pitchFamily="34" charset="0"/>
              </a:rPr>
              <a:t>2026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FF5A7891-6B4E-B35B-F2E4-50E046ECD18B}"/>
              </a:ext>
            </a:extLst>
          </p:cNvPr>
          <p:cNvSpPr/>
          <p:nvPr/>
        </p:nvSpPr>
        <p:spPr>
          <a:xfrm>
            <a:off x="457200" y="201168"/>
            <a:ext cx="8229600" cy="371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 spc="15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OVERVIEW</a:t>
            </a:r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F04E34A-4289-FBB1-EB1D-FF98CBB7B267}"/>
              </a:ext>
            </a:extLst>
          </p:cNvPr>
          <p:cNvSpPr/>
          <p:nvPr/>
        </p:nvSpPr>
        <p:spPr>
          <a:xfrm>
            <a:off x="457200" y="411480"/>
            <a:ext cx="1078992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Prompt caching overview</a:t>
            </a:r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6FC6350-CC6E-8E19-1AD0-5915C4AC140F}"/>
              </a:ext>
            </a:extLst>
          </p:cNvPr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Definitions, and the position of the prompt cache within the request path.</a:t>
            </a:r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D263121-F7C9-F52C-4575-B681D55CE00B}"/>
              </a:ext>
            </a:extLst>
          </p:cNvPr>
          <p:cNvSpPr/>
          <p:nvPr/>
        </p:nvSpPr>
        <p:spPr>
          <a:xfrm>
            <a:off x="457200" y="5760720"/>
            <a:ext cx="722376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Source: Learn · azure/foundry/openai/how-to/prompt-caching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C210FC8-170F-73D0-B6BF-D66C657509CC}"/>
              </a:ext>
            </a:extLst>
          </p:cNvPr>
          <p:cNvSpPr/>
          <p:nvPr/>
        </p:nvSpPr>
        <p:spPr>
          <a:xfrm>
            <a:off x="7772400" y="5760720"/>
            <a:ext cx="3962095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Prompt caching · September 2026 · 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8CA65F3-1BB3-F8DB-A061-1AE8D4B665FC}"/>
              </a:ext>
            </a:extLst>
          </p:cNvPr>
          <p:cNvSpPr/>
          <p:nvPr/>
        </p:nvSpPr>
        <p:spPr>
          <a:xfrm>
            <a:off x="475488" y="1371600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F85AD02-3B59-0F3E-D248-0D4B1BDE4D49}"/>
              </a:ext>
            </a:extLst>
          </p:cNvPr>
          <p:cNvSpPr/>
          <p:nvPr/>
        </p:nvSpPr>
        <p:spPr>
          <a:xfrm>
            <a:off x="731520" y="1280160"/>
            <a:ext cx="5167732" cy="504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Prompt caching reduces request latency and cost for prompts with identical content at the beginning. It is enabled by default for supported models.</a:t>
            </a:r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48B0653-2695-2051-681A-97C8D278292A}"/>
              </a:ext>
            </a:extLst>
          </p:cNvPr>
          <p:cNvSpPr/>
          <p:nvPr/>
        </p:nvSpPr>
        <p:spPr>
          <a:xfrm>
            <a:off x="6265012" y="1371600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98B3354-6536-3FCC-0BC2-7C6A378EED7C}"/>
              </a:ext>
            </a:extLst>
          </p:cNvPr>
          <p:cNvSpPr/>
          <p:nvPr/>
        </p:nvSpPr>
        <p:spPr>
          <a:xfrm>
            <a:off x="6521044" y="1280160"/>
            <a:ext cx="5167732" cy="504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Prompt: the full input sent with a chat completion or response request — instructions, tool definitions, examples and prior conversation turns.</a:t>
            </a:r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223A9B6-99EA-D444-6709-48065FCD602B}"/>
              </a:ext>
            </a:extLst>
          </p:cNvPr>
          <p:cNvSpPr/>
          <p:nvPr/>
        </p:nvSpPr>
        <p:spPr>
          <a:xfrm>
            <a:off x="475488" y="1967738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B03D999-58A3-4DF9-798A-DC76B6FAB4A9}"/>
              </a:ext>
            </a:extLst>
          </p:cNvPr>
          <p:cNvSpPr/>
          <p:nvPr/>
        </p:nvSpPr>
        <p:spPr>
          <a:xfrm>
            <a:off x="731520" y="1876298"/>
            <a:ext cx="5167732" cy="504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Prefix: the leading portion of the rendered prompt. Caching applies to the prefix that is identical across requests.</a:t>
            </a:r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1E9B7E1-78F1-4701-D029-3648A48587DE}"/>
              </a:ext>
            </a:extLst>
          </p:cNvPr>
          <p:cNvSpPr/>
          <p:nvPr/>
        </p:nvSpPr>
        <p:spPr>
          <a:xfrm>
            <a:off x="6265012" y="1967738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D85F012-887E-9458-255C-978B5AC27477}"/>
              </a:ext>
            </a:extLst>
          </p:cNvPr>
          <p:cNvSpPr/>
          <p:nvPr/>
        </p:nvSpPr>
        <p:spPr>
          <a:xfrm>
            <a:off x="6521044" y="1788986"/>
            <a:ext cx="5167732" cy="504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Cache hit: a match between a prompt's token computations and current cache content. Output content is unchanged by caching.</a:t>
            </a:r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0F6161B-883C-F948-F914-33933E3AABF6}"/>
              </a:ext>
            </a:extLst>
          </p:cNvPr>
          <p:cNvSpPr/>
          <p:nvPr/>
        </p:nvSpPr>
        <p:spPr>
          <a:xfrm>
            <a:off x="457200" y="3081528"/>
            <a:ext cx="1965960" cy="822960"/>
          </a:xfrm>
          <a:prstGeom prst="rect">
            <a:avLst/>
          </a:prstGeom>
          <a:solidFill>
            <a:srgbClr val="EBEFF7"/>
          </a:solidFill>
          <a:ln w="9525">
            <a:solidFill>
              <a:srgbClr val="C2CDE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Client application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0D3666E-0175-B95E-98FD-D051F738356B}"/>
              </a:ext>
            </a:extLst>
          </p:cNvPr>
          <p:cNvSpPr/>
          <p:nvPr/>
        </p:nvSpPr>
        <p:spPr>
          <a:xfrm>
            <a:off x="457200" y="3950208"/>
            <a:ext cx="1965960" cy="3957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Customer-owned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7" name="Arrow: Right 256">
            <a:extLst>
              <a:ext uri="{FF2B5EF4-FFF2-40B4-BE49-F238E27FC236}">
                <a16:creationId xmlns:a16="http://schemas.microsoft.com/office/drawing/2014/main" id="{7331EFCC-DB0D-8478-2222-486B81A261B9}"/>
              </a:ext>
            </a:extLst>
          </p:cNvPr>
          <p:cNvSpPr/>
          <p:nvPr/>
        </p:nvSpPr>
        <p:spPr>
          <a:xfrm>
            <a:off x="2487168" y="3401568"/>
            <a:ext cx="402336" cy="182880"/>
          </a:xfrm>
          <a:prstGeom prst="right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D2DA590A-9FF0-B233-0BAD-44D6E2459C42}"/>
              </a:ext>
            </a:extLst>
          </p:cNvPr>
          <p:cNvSpPr/>
          <p:nvPr/>
        </p:nvSpPr>
        <p:spPr>
          <a:xfrm>
            <a:off x="2953512" y="3081528"/>
            <a:ext cx="2148840" cy="822960"/>
          </a:xfrm>
          <a:prstGeom prst="rect">
            <a:avLst/>
          </a:prstGeom>
          <a:solidFill>
            <a:srgbClr val="EBEFF7"/>
          </a:solidFill>
          <a:ln>
            <a:solidFill>
              <a:srgbClr val="EBEF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Azure API Management (AI gateway)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0B2DA3C8-8391-AE00-2C14-660ECAFA2FF8}"/>
              </a:ext>
            </a:extLst>
          </p:cNvPr>
          <p:cNvSpPr/>
          <p:nvPr/>
        </p:nvSpPr>
        <p:spPr>
          <a:xfrm>
            <a:off x="2953512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B9D3EC73-13F0-F842-9FA5-9D96721D3D89}"/>
              </a:ext>
            </a:extLst>
          </p:cNvPr>
          <p:cNvSpPr/>
          <p:nvPr/>
        </p:nvSpPr>
        <p:spPr>
          <a:xfrm>
            <a:off x="2953512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A6537EB0-F0BB-C950-5B4E-3DBE65673120}"/>
              </a:ext>
            </a:extLst>
          </p:cNvPr>
          <p:cNvSpPr/>
          <p:nvPr/>
        </p:nvSpPr>
        <p:spPr>
          <a:xfrm>
            <a:off x="3260489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AD1F8FDD-DC4D-EB76-B12C-975C841A92F3}"/>
              </a:ext>
            </a:extLst>
          </p:cNvPr>
          <p:cNvSpPr/>
          <p:nvPr/>
        </p:nvSpPr>
        <p:spPr>
          <a:xfrm>
            <a:off x="3260489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0E6C206C-C794-8359-8457-E941FDCA08EC}"/>
              </a:ext>
            </a:extLst>
          </p:cNvPr>
          <p:cNvSpPr/>
          <p:nvPr/>
        </p:nvSpPr>
        <p:spPr>
          <a:xfrm>
            <a:off x="3567466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88E2FC92-A619-88D1-AA2E-B29E77C55BAD}"/>
              </a:ext>
            </a:extLst>
          </p:cNvPr>
          <p:cNvSpPr/>
          <p:nvPr/>
        </p:nvSpPr>
        <p:spPr>
          <a:xfrm>
            <a:off x="3567466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0FC593D7-4816-40E9-A625-36B129DC5081}"/>
              </a:ext>
            </a:extLst>
          </p:cNvPr>
          <p:cNvSpPr/>
          <p:nvPr/>
        </p:nvSpPr>
        <p:spPr>
          <a:xfrm>
            <a:off x="3874443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34CB7F71-C643-31BF-6AA9-93A8B71E91FB}"/>
              </a:ext>
            </a:extLst>
          </p:cNvPr>
          <p:cNvSpPr/>
          <p:nvPr/>
        </p:nvSpPr>
        <p:spPr>
          <a:xfrm>
            <a:off x="3874443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1ABD3718-5665-2FDC-CD79-7A9EDE016B47}"/>
              </a:ext>
            </a:extLst>
          </p:cNvPr>
          <p:cNvSpPr/>
          <p:nvPr/>
        </p:nvSpPr>
        <p:spPr>
          <a:xfrm>
            <a:off x="4181421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91A94E8-27B3-004F-DF38-71CA322CCCD9}"/>
              </a:ext>
            </a:extLst>
          </p:cNvPr>
          <p:cNvSpPr/>
          <p:nvPr/>
        </p:nvSpPr>
        <p:spPr>
          <a:xfrm>
            <a:off x="4181421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2244E75-F564-21F1-7134-2E18DDEA0874}"/>
              </a:ext>
            </a:extLst>
          </p:cNvPr>
          <p:cNvSpPr/>
          <p:nvPr/>
        </p:nvSpPr>
        <p:spPr>
          <a:xfrm>
            <a:off x="4488398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6C21F3EA-8EBF-2872-D9DC-F0E67D968B4F}"/>
              </a:ext>
            </a:extLst>
          </p:cNvPr>
          <p:cNvSpPr/>
          <p:nvPr/>
        </p:nvSpPr>
        <p:spPr>
          <a:xfrm>
            <a:off x="4488398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87871897-A966-014C-53AF-AF8721A3BDFB}"/>
              </a:ext>
            </a:extLst>
          </p:cNvPr>
          <p:cNvSpPr/>
          <p:nvPr/>
        </p:nvSpPr>
        <p:spPr>
          <a:xfrm>
            <a:off x="4795375" y="3081528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1E4EA900-ADB8-262D-290F-6056F6D77CB1}"/>
              </a:ext>
            </a:extLst>
          </p:cNvPr>
          <p:cNvSpPr/>
          <p:nvPr/>
        </p:nvSpPr>
        <p:spPr>
          <a:xfrm>
            <a:off x="4795375" y="3888613"/>
            <a:ext cx="186047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CE657B91-8E8A-0329-0131-0C6D50728F07}"/>
              </a:ext>
            </a:extLst>
          </p:cNvPr>
          <p:cNvSpPr/>
          <p:nvPr/>
        </p:nvSpPr>
        <p:spPr>
          <a:xfrm>
            <a:off x="2953512" y="3081528"/>
            <a:ext cx="15875" cy="16625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1A2B4C7C-8EC6-66C0-19E3-85D090CB9B87}"/>
              </a:ext>
            </a:extLst>
          </p:cNvPr>
          <p:cNvSpPr/>
          <p:nvPr/>
        </p:nvSpPr>
        <p:spPr>
          <a:xfrm>
            <a:off x="5086477" y="3081528"/>
            <a:ext cx="15875" cy="16625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6678B65C-52F2-1D3A-6D25-2164B7FBD2A1}"/>
              </a:ext>
            </a:extLst>
          </p:cNvPr>
          <p:cNvSpPr/>
          <p:nvPr/>
        </p:nvSpPr>
        <p:spPr>
          <a:xfrm>
            <a:off x="2953512" y="3355848"/>
            <a:ext cx="15875" cy="16625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B5BFE7B8-EFDF-2668-AE0B-84AF3A01931E}"/>
              </a:ext>
            </a:extLst>
          </p:cNvPr>
          <p:cNvSpPr/>
          <p:nvPr/>
        </p:nvSpPr>
        <p:spPr>
          <a:xfrm>
            <a:off x="5086477" y="3355848"/>
            <a:ext cx="15875" cy="16625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68CD5AF8-1991-8896-7969-1B06C56057DA}"/>
              </a:ext>
            </a:extLst>
          </p:cNvPr>
          <p:cNvSpPr/>
          <p:nvPr/>
        </p:nvSpPr>
        <p:spPr>
          <a:xfrm>
            <a:off x="2953512" y="3630168"/>
            <a:ext cx="15875" cy="16625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98B2A0F2-F2DF-19BA-749E-60E756695E6D}"/>
              </a:ext>
            </a:extLst>
          </p:cNvPr>
          <p:cNvSpPr/>
          <p:nvPr/>
        </p:nvSpPr>
        <p:spPr>
          <a:xfrm>
            <a:off x="5086477" y="3630168"/>
            <a:ext cx="15875" cy="16625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61256D64-6D34-7B75-C678-7E6891FA4913}"/>
              </a:ext>
            </a:extLst>
          </p:cNvPr>
          <p:cNvSpPr/>
          <p:nvPr/>
        </p:nvSpPr>
        <p:spPr>
          <a:xfrm>
            <a:off x="2953512" y="2752344"/>
            <a:ext cx="2148840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00" b="1" spc="120">
                <a:solidFill>
                  <a:srgbClr val="008173"/>
                </a:solidFill>
                <a:effectLst/>
                <a:latin typeface="Segoe UI" panose="020B0502040204020203" pitchFamily="34" charset="0"/>
              </a:rPr>
              <a:t>OPTIONAL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01" name="Arrow: Right 900">
            <a:extLst>
              <a:ext uri="{FF2B5EF4-FFF2-40B4-BE49-F238E27FC236}">
                <a16:creationId xmlns:a16="http://schemas.microsoft.com/office/drawing/2014/main" id="{EDAB2637-0E7D-ED3F-337B-74768768EA0B}"/>
              </a:ext>
            </a:extLst>
          </p:cNvPr>
          <p:cNvSpPr/>
          <p:nvPr/>
        </p:nvSpPr>
        <p:spPr>
          <a:xfrm>
            <a:off x="5166360" y="3401568"/>
            <a:ext cx="402336" cy="182880"/>
          </a:xfrm>
          <a:prstGeom prst="right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9FEE2A47-A6ED-06CC-E3A5-5336534DE67E}"/>
              </a:ext>
            </a:extLst>
          </p:cNvPr>
          <p:cNvSpPr/>
          <p:nvPr/>
        </p:nvSpPr>
        <p:spPr>
          <a:xfrm>
            <a:off x="5632704" y="2487168"/>
            <a:ext cx="3017520" cy="2011680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59D56933-F872-59B1-6BE8-13EB91939F7A}"/>
              </a:ext>
            </a:extLst>
          </p:cNvPr>
          <p:cNvSpPr/>
          <p:nvPr/>
        </p:nvSpPr>
        <p:spPr>
          <a:xfrm>
            <a:off x="5815584" y="2578608"/>
            <a:ext cx="2651760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5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Azure OpenAI deployment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004890D-B65F-A831-5AC1-37D6AC420A95}"/>
              </a:ext>
            </a:extLst>
          </p:cNvPr>
          <p:cNvSpPr/>
          <p:nvPr/>
        </p:nvSpPr>
        <p:spPr>
          <a:xfrm>
            <a:off x="5815584" y="2999232"/>
            <a:ext cx="2651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DE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50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Standard pay-as-you-go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ECDC7D9F-739E-32EE-BC2C-CD699A1A5F42}"/>
              </a:ext>
            </a:extLst>
          </p:cNvPr>
          <p:cNvSpPr/>
          <p:nvPr/>
        </p:nvSpPr>
        <p:spPr>
          <a:xfrm>
            <a:off x="5815584" y="3694176"/>
            <a:ext cx="26517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2CDE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50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Provisioned Throughput managed (PTU-M)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11" name="Arrow: Right 1110">
            <a:extLst>
              <a:ext uri="{FF2B5EF4-FFF2-40B4-BE49-F238E27FC236}">
                <a16:creationId xmlns:a16="http://schemas.microsoft.com/office/drawing/2014/main" id="{1A5B448A-A32A-ED62-4469-2A312CD068B6}"/>
              </a:ext>
            </a:extLst>
          </p:cNvPr>
          <p:cNvSpPr/>
          <p:nvPr/>
        </p:nvSpPr>
        <p:spPr>
          <a:xfrm>
            <a:off x="8778240" y="3401568"/>
            <a:ext cx="402336" cy="182880"/>
          </a:xfrm>
          <a:prstGeom prst="right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9D06D347-DEFF-1901-37E0-31205325B745}"/>
              </a:ext>
            </a:extLst>
          </p:cNvPr>
          <p:cNvSpPr/>
          <p:nvPr/>
        </p:nvSpPr>
        <p:spPr>
          <a:xfrm>
            <a:off x="9345168" y="2487168"/>
            <a:ext cx="2240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0A2CAF51-0F44-B488-557B-2A1E9059D6A3}"/>
              </a:ext>
            </a:extLst>
          </p:cNvPr>
          <p:cNvSpPr/>
          <p:nvPr/>
        </p:nvSpPr>
        <p:spPr>
          <a:xfrm>
            <a:off x="9491472" y="2578608"/>
            <a:ext cx="1947672" cy="42809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Model serving machine</a:t>
            </a:r>
            <a:endParaRPr lang="en-US"/>
          </a:p>
        </p:txBody>
      </p:sp>
      <p:sp>
        <p:nvSpPr>
          <p:cNvPr id="1249" name="Rectangle 1248">
            <a:extLst>
              <a:ext uri="{FF2B5EF4-FFF2-40B4-BE49-F238E27FC236}">
                <a16:creationId xmlns:a16="http://schemas.microsoft.com/office/drawing/2014/main" id="{9791AD09-9E96-1760-662B-591A127631A1}"/>
              </a:ext>
            </a:extLst>
          </p:cNvPr>
          <p:cNvSpPr/>
          <p:nvPr/>
        </p:nvSpPr>
        <p:spPr>
          <a:xfrm>
            <a:off x="9491472" y="3035808"/>
            <a:ext cx="1947672" cy="1188720"/>
          </a:xfrm>
          <a:prstGeom prst="rect">
            <a:avLst/>
          </a:prstGeom>
          <a:solidFill>
            <a:srgbClr val="F6F8FD"/>
          </a:solidFill>
          <a:ln w="9525">
            <a:solidFill>
              <a:srgbClr val="B9C4D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50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Prompt cache — key-value (KV) tensors</a:t>
            </a:r>
            <a:endParaRPr lang="en-US"/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BB454C1D-B46D-6FD4-2BD8-8AB59D8377D2}"/>
              </a:ext>
            </a:extLst>
          </p:cNvPr>
          <p:cNvSpPr/>
          <p:nvPr/>
        </p:nvSpPr>
        <p:spPr>
          <a:xfrm>
            <a:off x="9180576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85711723-5951-4391-BF56-CAE899B36ED5}"/>
              </a:ext>
            </a:extLst>
          </p:cNvPr>
          <p:cNvSpPr/>
          <p:nvPr/>
        </p:nvSpPr>
        <p:spPr>
          <a:xfrm>
            <a:off x="9180576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6" name="Rectangle 1395">
            <a:extLst>
              <a:ext uri="{FF2B5EF4-FFF2-40B4-BE49-F238E27FC236}">
                <a16:creationId xmlns:a16="http://schemas.microsoft.com/office/drawing/2014/main" id="{8635CEC6-FDFD-2102-8A6F-5E3646908C26}"/>
              </a:ext>
            </a:extLst>
          </p:cNvPr>
          <p:cNvSpPr/>
          <p:nvPr/>
        </p:nvSpPr>
        <p:spPr>
          <a:xfrm>
            <a:off x="9501759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7" name="Rectangle 1446">
            <a:extLst>
              <a:ext uri="{FF2B5EF4-FFF2-40B4-BE49-F238E27FC236}">
                <a16:creationId xmlns:a16="http://schemas.microsoft.com/office/drawing/2014/main" id="{CAFA2E64-1963-070E-D46C-12F6C4594C07}"/>
              </a:ext>
            </a:extLst>
          </p:cNvPr>
          <p:cNvSpPr/>
          <p:nvPr/>
        </p:nvSpPr>
        <p:spPr>
          <a:xfrm>
            <a:off x="9501759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9" name="Rectangle 1498">
            <a:extLst>
              <a:ext uri="{FF2B5EF4-FFF2-40B4-BE49-F238E27FC236}">
                <a16:creationId xmlns:a16="http://schemas.microsoft.com/office/drawing/2014/main" id="{A2E98661-DD76-F1D9-0537-D0AE56E54C7E}"/>
              </a:ext>
            </a:extLst>
          </p:cNvPr>
          <p:cNvSpPr/>
          <p:nvPr/>
        </p:nvSpPr>
        <p:spPr>
          <a:xfrm>
            <a:off x="9822942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C5B6380E-3D53-36E1-FC79-5D80D11AFDEE}"/>
              </a:ext>
            </a:extLst>
          </p:cNvPr>
          <p:cNvSpPr/>
          <p:nvPr/>
        </p:nvSpPr>
        <p:spPr>
          <a:xfrm>
            <a:off x="9822942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32EA8863-819C-6674-5ED7-1A258C501361}"/>
              </a:ext>
            </a:extLst>
          </p:cNvPr>
          <p:cNvSpPr/>
          <p:nvPr/>
        </p:nvSpPr>
        <p:spPr>
          <a:xfrm>
            <a:off x="10144125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1" name="Rectangle 1660">
            <a:extLst>
              <a:ext uri="{FF2B5EF4-FFF2-40B4-BE49-F238E27FC236}">
                <a16:creationId xmlns:a16="http://schemas.microsoft.com/office/drawing/2014/main" id="{2E5E2380-2FDD-22F5-3000-9F4323BABB74}"/>
              </a:ext>
            </a:extLst>
          </p:cNvPr>
          <p:cNvSpPr/>
          <p:nvPr/>
        </p:nvSpPr>
        <p:spPr>
          <a:xfrm>
            <a:off x="10144125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7" name="Rectangle 1716">
            <a:extLst>
              <a:ext uri="{FF2B5EF4-FFF2-40B4-BE49-F238E27FC236}">
                <a16:creationId xmlns:a16="http://schemas.microsoft.com/office/drawing/2014/main" id="{D06611EA-A221-EFD5-6F32-AED99A8943E2}"/>
              </a:ext>
            </a:extLst>
          </p:cNvPr>
          <p:cNvSpPr/>
          <p:nvPr/>
        </p:nvSpPr>
        <p:spPr>
          <a:xfrm>
            <a:off x="10465308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4" name="Rectangle 1773">
            <a:extLst>
              <a:ext uri="{FF2B5EF4-FFF2-40B4-BE49-F238E27FC236}">
                <a16:creationId xmlns:a16="http://schemas.microsoft.com/office/drawing/2014/main" id="{EE51BF95-08A9-287E-D693-025BBC748FF6}"/>
              </a:ext>
            </a:extLst>
          </p:cNvPr>
          <p:cNvSpPr/>
          <p:nvPr/>
        </p:nvSpPr>
        <p:spPr>
          <a:xfrm>
            <a:off x="10465308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2" name="Rectangle 1831">
            <a:extLst>
              <a:ext uri="{FF2B5EF4-FFF2-40B4-BE49-F238E27FC236}">
                <a16:creationId xmlns:a16="http://schemas.microsoft.com/office/drawing/2014/main" id="{CDA163F6-0C37-EF66-AD12-AF49F6C955FE}"/>
              </a:ext>
            </a:extLst>
          </p:cNvPr>
          <p:cNvSpPr/>
          <p:nvPr/>
        </p:nvSpPr>
        <p:spPr>
          <a:xfrm>
            <a:off x="10786491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1" name="Rectangle 1890">
            <a:extLst>
              <a:ext uri="{FF2B5EF4-FFF2-40B4-BE49-F238E27FC236}">
                <a16:creationId xmlns:a16="http://schemas.microsoft.com/office/drawing/2014/main" id="{0C9A9F1C-8425-C3D2-27BE-8514098AE4EA}"/>
              </a:ext>
            </a:extLst>
          </p:cNvPr>
          <p:cNvSpPr/>
          <p:nvPr/>
        </p:nvSpPr>
        <p:spPr>
          <a:xfrm>
            <a:off x="10786491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1" name="Rectangle 1950">
            <a:extLst>
              <a:ext uri="{FF2B5EF4-FFF2-40B4-BE49-F238E27FC236}">
                <a16:creationId xmlns:a16="http://schemas.microsoft.com/office/drawing/2014/main" id="{F1B05743-D941-29E1-9C1C-1384A975C495}"/>
              </a:ext>
            </a:extLst>
          </p:cNvPr>
          <p:cNvSpPr/>
          <p:nvPr/>
        </p:nvSpPr>
        <p:spPr>
          <a:xfrm>
            <a:off x="11107674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2" name="Rectangle 2011">
            <a:extLst>
              <a:ext uri="{FF2B5EF4-FFF2-40B4-BE49-F238E27FC236}">
                <a16:creationId xmlns:a16="http://schemas.microsoft.com/office/drawing/2014/main" id="{0CF7FEA1-5660-3C27-5E37-437B6F40F2F6}"/>
              </a:ext>
            </a:extLst>
          </p:cNvPr>
          <p:cNvSpPr/>
          <p:nvPr/>
        </p:nvSpPr>
        <p:spPr>
          <a:xfrm>
            <a:off x="11107674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A42ACEFC-DAD4-D842-71FF-D318DB3E1623}"/>
              </a:ext>
            </a:extLst>
          </p:cNvPr>
          <p:cNvSpPr/>
          <p:nvPr/>
        </p:nvSpPr>
        <p:spPr>
          <a:xfrm>
            <a:off x="11428857" y="2322576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7" name="Rectangle 2136">
            <a:extLst>
              <a:ext uri="{FF2B5EF4-FFF2-40B4-BE49-F238E27FC236}">
                <a16:creationId xmlns:a16="http://schemas.microsoft.com/office/drawing/2014/main" id="{AA6F6A93-50C3-14CA-2F93-83524EEAF547}"/>
              </a:ext>
            </a:extLst>
          </p:cNvPr>
          <p:cNvSpPr/>
          <p:nvPr/>
        </p:nvSpPr>
        <p:spPr>
          <a:xfrm>
            <a:off x="11428857" y="4976749"/>
            <a:ext cx="198378" cy="1587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1" name="Rectangle 2200">
            <a:extLst>
              <a:ext uri="{FF2B5EF4-FFF2-40B4-BE49-F238E27FC236}">
                <a16:creationId xmlns:a16="http://schemas.microsoft.com/office/drawing/2014/main" id="{4F3F40FD-89C5-393D-7692-300D53263377}"/>
              </a:ext>
            </a:extLst>
          </p:cNvPr>
          <p:cNvSpPr/>
          <p:nvPr/>
        </p:nvSpPr>
        <p:spPr>
          <a:xfrm>
            <a:off x="9180576" y="2322576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6" name="Rectangle 2265">
            <a:extLst>
              <a:ext uri="{FF2B5EF4-FFF2-40B4-BE49-F238E27FC236}">
                <a16:creationId xmlns:a16="http://schemas.microsoft.com/office/drawing/2014/main" id="{7513372E-9A77-F6C0-3711-06B7FA846903}"/>
              </a:ext>
            </a:extLst>
          </p:cNvPr>
          <p:cNvSpPr/>
          <p:nvPr/>
        </p:nvSpPr>
        <p:spPr>
          <a:xfrm>
            <a:off x="11734165" y="2322576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2" name="Rectangle 2331">
            <a:extLst>
              <a:ext uri="{FF2B5EF4-FFF2-40B4-BE49-F238E27FC236}">
                <a16:creationId xmlns:a16="http://schemas.microsoft.com/office/drawing/2014/main" id="{4CC514C1-7FA5-1268-9A3C-0027D39708EF}"/>
              </a:ext>
            </a:extLst>
          </p:cNvPr>
          <p:cNvSpPr/>
          <p:nvPr/>
        </p:nvSpPr>
        <p:spPr>
          <a:xfrm>
            <a:off x="9180576" y="2619248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4808F7C6-7D84-53CB-4D74-2DEE2C73DE05}"/>
              </a:ext>
            </a:extLst>
          </p:cNvPr>
          <p:cNvSpPr/>
          <p:nvPr/>
        </p:nvSpPr>
        <p:spPr>
          <a:xfrm>
            <a:off x="11734165" y="2619248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7" name="Rectangle 2466">
            <a:extLst>
              <a:ext uri="{FF2B5EF4-FFF2-40B4-BE49-F238E27FC236}">
                <a16:creationId xmlns:a16="http://schemas.microsoft.com/office/drawing/2014/main" id="{4995EF0E-F8C5-6AF5-BAB3-30951CB32E64}"/>
              </a:ext>
            </a:extLst>
          </p:cNvPr>
          <p:cNvSpPr/>
          <p:nvPr/>
        </p:nvSpPr>
        <p:spPr>
          <a:xfrm>
            <a:off x="9180576" y="2915920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6" name="Rectangle 2535">
            <a:extLst>
              <a:ext uri="{FF2B5EF4-FFF2-40B4-BE49-F238E27FC236}">
                <a16:creationId xmlns:a16="http://schemas.microsoft.com/office/drawing/2014/main" id="{1517BC2F-2B26-38D0-3D35-FD9AB3564437}"/>
              </a:ext>
            </a:extLst>
          </p:cNvPr>
          <p:cNvSpPr/>
          <p:nvPr/>
        </p:nvSpPr>
        <p:spPr>
          <a:xfrm>
            <a:off x="11734165" y="2915920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6" name="Rectangle 2605">
            <a:extLst>
              <a:ext uri="{FF2B5EF4-FFF2-40B4-BE49-F238E27FC236}">
                <a16:creationId xmlns:a16="http://schemas.microsoft.com/office/drawing/2014/main" id="{8DE055C6-F727-6036-8C0F-AC5EF8E45C42}"/>
              </a:ext>
            </a:extLst>
          </p:cNvPr>
          <p:cNvSpPr/>
          <p:nvPr/>
        </p:nvSpPr>
        <p:spPr>
          <a:xfrm>
            <a:off x="9180576" y="3212592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7" name="Rectangle 2676">
            <a:extLst>
              <a:ext uri="{FF2B5EF4-FFF2-40B4-BE49-F238E27FC236}">
                <a16:creationId xmlns:a16="http://schemas.microsoft.com/office/drawing/2014/main" id="{B505D838-4B0B-EAFF-A075-97BFEDA1A3B1}"/>
              </a:ext>
            </a:extLst>
          </p:cNvPr>
          <p:cNvSpPr/>
          <p:nvPr/>
        </p:nvSpPr>
        <p:spPr>
          <a:xfrm>
            <a:off x="11734165" y="3212592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9" name="Rectangle 2748">
            <a:extLst>
              <a:ext uri="{FF2B5EF4-FFF2-40B4-BE49-F238E27FC236}">
                <a16:creationId xmlns:a16="http://schemas.microsoft.com/office/drawing/2014/main" id="{EA66F14B-C3AD-12CA-F35D-B21A959892EB}"/>
              </a:ext>
            </a:extLst>
          </p:cNvPr>
          <p:cNvSpPr/>
          <p:nvPr/>
        </p:nvSpPr>
        <p:spPr>
          <a:xfrm>
            <a:off x="9180576" y="3509264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2" name="Rectangle 2821">
            <a:extLst>
              <a:ext uri="{FF2B5EF4-FFF2-40B4-BE49-F238E27FC236}">
                <a16:creationId xmlns:a16="http://schemas.microsoft.com/office/drawing/2014/main" id="{444117B3-C8E6-0CE7-A20C-25AA3341656C}"/>
              </a:ext>
            </a:extLst>
          </p:cNvPr>
          <p:cNvSpPr/>
          <p:nvPr/>
        </p:nvSpPr>
        <p:spPr>
          <a:xfrm>
            <a:off x="11734165" y="3509264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6" name="Rectangle 2895">
            <a:extLst>
              <a:ext uri="{FF2B5EF4-FFF2-40B4-BE49-F238E27FC236}">
                <a16:creationId xmlns:a16="http://schemas.microsoft.com/office/drawing/2014/main" id="{F0A9FF49-B5EA-07C1-6449-945A6D260574}"/>
              </a:ext>
            </a:extLst>
          </p:cNvPr>
          <p:cNvSpPr/>
          <p:nvPr/>
        </p:nvSpPr>
        <p:spPr>
          <a:xfrm>
            <a:off x="9180576" y="3805936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1" name="Rectangle 2970">
            <a:extLst>
              <a:ext uri="{FF2B5EF4-FFF2-40B4-BE49-F238E27FC236}">
                <a16:creationId xmlns:a16="http://schemas.microsoft.com/office/drawing/2014/main" id="{A595841C-5E18-5551-2E51-71FB62C2F932}"/>
              </a:ext>
            </a:extLst>
          </p:cNvPr>
          <p:cNvSpPr/>
          <p:nvPr/>
        </p:nvSpPr>
        <p:spPr>
          <a:xfrm>
            <a:off x="11734165" y="3805936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7" name="Rectangle 3046">
            <a:extLst>
              <a:ext uri="{FF2B5EF4-FFF2-40B4-BE49-F238E27FC236}">
                <a16:creationId xmlns:a16="http://schemas.microsoft.com/office/drawing/2014/main" id="{71F0C820-9E60-8E6E-504B-7ACF0B4109F0}"/>
              </a:ext>
            </a:extLst>
          </p:cNvPr>
          <p:cNvSpPr/>
          <p:nvPr/>
        </p:nvSpPr>
        <p:spPr>
          <a:xfrm>
            <a:off x="9180576" y="4102608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4" name="Rectangle 3123">
            <a:extLst>
              <a:ext uri="{FF2B5EF4-FFF2-40B4-BE49-F238E27FC236}">
                <a16:creationId xmlns:a16="http://schemas.microsoft.com/office/drawing/2014/main" id="{E9B0C5F0-60DF-DFC7-4A27-DACED576B76D}"/>
              </a:ext>
            </a:extLst>
          </p:cNvPr>
          <p:cNvSpPr/>
          <p:nvPr/>
        </p:nvSpPr>
        <p:spPr>
          <a:xfrm>
            <a:off x="11734165" y="4102608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2" name="Rectangle 3201">
            <a:extLst>
              <a:ext uri="{FF2B5EF4-FFF2-40B4-BE49-F238E27FC236}">
                <a16:creationId xmlns:a16="http://schemas.microsoft.com/office/drawing/2014/main" id="{137237FD-0F88-994F-B996-344A92FB3C6C}"/>
              </a:ext>
            </a:extLst>
          </p:cNvPr>
          <p:cNvSpPr/>
          <p:nvPr/>
        </p:nvSpPr>
        <p:spPr>
          <a:xfrm>
            <a:off x="9180576" y="4399280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1" name="Rectangle 3280">
            <a:extLst>
              <a:ext uri="{FF2B5EF4-FFF2-40B4-BE49-F238E27FC236}">
                <a16:creationId xmlns:a16="http://schemas.microsoft.com/office/drawing/2014/main" id="{1178D053-1664-8CE2-8AFC-6924B7867701}"/>
              </a:ext>
            </a:extLst>
          </p:cNvPr>
          <p:cNvSpPr/>
          <p:nvPr/>
        </p:nvSpPr>
        <p:spPr>
          <a:xfrm>
            <a:off x="11734165" y="4399280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1" name="Rectangle 3360">
            <a:extLst>
              <a:ext uri="{FF2B5EF4-FFF2-40B4-BE49-F238E27FC236}">
                <a16:creationId xmlns:a16="http://schemas.microsoft.com/office/drawing/2014/main" id="{952C3435-3C31-8097-3350-38FD220BD112}"/>
              </a:ext>
            </a:extLst>
          </p:cNvPr>
          <p:cNvSpPr/>
          <p:nvPr/>
        </p:nvSpPr>
        <p:spPr>
          <a:xfrm>
            <a:off x="9180576" y="4695952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2" name="Rectangle 3441">
            <a:extLst>
              <a:ext uri="{FF2B5EF4-FFF2-40B4-BE49-F238E27FC236}">
                <a16:creationId xmlns:a16="http://schemas.microsoft.com/office/drawing/2014/main" id="{84D72829-AF0D-F198-7EA8-1643DC8C1986}"/>
              </a:ext>
            </a:extLst>
          </p:cNvPr>
          <p:cNvSpPr/>
          <p:nvPr/>
        </p:nvSpPr>
        <p:spPr>
          <a:xfrm>
            <a:off x="11734165" y="4695952"/>
            <a:ext cx="15875" cy="183239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4" name="Rectangle 3523">
            <a:extLst>
              <a:ext uri="{FF2B5EF4-FFF2-40B4-BE49-F238E27FC236}">
                <a16:creationId xmlns:a16="http://schemas.microsoft.com/office/drawing/2014/main" id="{DB1B3090-DDB0-F7DA-85AE-DB8390A415C5}"/>
              </a:ext>
            </a:extLst>
          </p:cNvPr>
          <p:cNvSpPr/>
          <p:nvPr/>
        </p:nvSpPr>
        <p:spPr>
          <a:xfrm>
            <a:off x="9180576" y="4590288"/>
            <a:ext cx="2569464" cy="3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Cache scope — a single serving machine</a:t>
            </a:r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393B9039-2734-48AC-A2BC-43AA761AA061}"/>
              </a:ext>
            </a:extLst>
          </p:cNvPr>
          <p:cNvSpPr/>
          <p:nvPr/>
        </p:nvSpPr>
        <p:spPr>
          <a:xfrm>
            <a:off x="457200" y="4956048"/>
            <a:ext cx="3657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50" b="1" spc="14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LEGEND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91" name="Rectangle 3690">
            <a:extLst>
              <a:ext uri="{FF2B5EF4-FFF2-40B4-BE49-F238E27FC236}">
                <a16:creationId xmlns:a16="http://schemas.microsoft.com/office/drawing/2014/main" id="{CA417DB1-19C5-1738-BA30-67ECD1A3C0B0}"/>
              </a:ext>
            </a:extLst>
          </p:cNvPr>
          <p:cNvSpPr/>
          <p:nvPr/>
        </p:nvSpPr>
        <p:spPr>
          <a:xfrm>
            <a:off x="457200" y="5230368"/>
            <a:ext cx="256032" cy="201168"/>
          </a:xfrm>
          <a:prstGeom prst="rect">
            <a:avLst/>
          </a:prstGeom>
          <a:solidFill>
            <a:srgbClr val="101A3C"/>
          </a:solidFill>
          <a:ln w="9525"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6" name="Rectangle 3775">
            <a:extLst>
              <a:ext uri="{FF2B5EF4-FFF2-40B4-BE49-F238E27FC236}">
                <a16:creationId xmlns:a16="http://schemas.microsoft.com/office/drawing/2014/main" id="{339E4113-9F19-F02E-A417-261E921E58FE}"/>
              </a:ext>
            </a:extLst>
          </p:cNvPr>
          <p:cNvSpPr/>
          <p:nvPr/>
        </p:nvSpPr>
        <p:spPr>
          <a:xfrm>
            <a:off x="822960" y="5184648"/>
            <a:ext cx="2270684" cy="306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Azure OpenAI service</a:t>
            </a:r>
            <a:endParaRPr lang="en-US"/>
          </a:p>
        </p:txBody>
      </p:sp>
      <p:sp>
        <p:nvSpPr>
          <p:cNvPr id="3862" name="Rectangle 3861">
            <a:extLst>
              <a:ext uri="{FF2B5EF4-FFF2-40B4-BE49-F238E27FC236}">
                <a16:creationId xmlns:a16="http://schemas.microsoft.com/office/drawing/2014/main" id="{10F28A31-3CAA-A3C3-909F-A069E7270B25}"/>
              </a:ext>
            </a:extLst>
          </p:cNvPr>
          <p:cNvSpPr/>
          <p:nvPr/>
        </p:nvSpPr>
        <p:spPr>
          <a:xfrm>
            <a:off x="3276524" y="5230368"/>
            <a:ext cx="25603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2CDE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9" name="Rectangle 3948">
            <a:extLst>
              <a:ext uri="{FF2B5EF4-FFF2-40B4-BE49-F238E27FC236}">
                <a16:creationId xmlns:a16="http://schemas.microsoft.com/office/drawing/2014/main" id="{6DD2545D-C2C6-8808-B60C-1BA13C60392F}"/>
              </a:ext>
            </a:extLst>
          </p:cNvPr>
          <p:cNvSpPr/>
          <p:nvPr/>
        </p:nvSpPr>
        <p:spPr>
          <a:xfrm>
            <a:off x="3642284" y="5184648"/>
            <a:ext cx="2270684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Azure resource or capability</a:t>
            </a:r>
            <a:endParaRPr lang="en-US"/>
          </a:p>
        </p:txBody>
      </p:sp>
      <p:sp>
        <p:nvSpPr>
          <p:cNvPr id="4037" name="Rectangle 4036">
            <a:extLst>
              <a:ext uri="{FF2B5EF4-FFF2-40B4-BE49-F238E27FC236}">
                <a16:creationId xmlns:a16="http://schemas.microsoft.com/office/drawing/2014/main" id="{E1332C56-A3C7-B62F-A849-BBDB61902FE3}"/>
              </a:ext>
            </a:extLst>
          </p:cNvPr>
          <p:cNvSpPr/>
          <p:nvPr/>
        </p:nvSpPr>
        <p:spPr>
          <a:xfrm>
            <a:off x="6095848" y="5230368"/>
            <a:ext cx="256032" cy="201168"/>
          </a:xfrm>
          <a:prstGeom prst="rect">
            <a:avLst/>
          </a:prstGeom>
          <a:solidFill>
            <a:srgbClr val="EBEFF7"/>
          </a:solidFill>
          <a:ln w="9525">
            <a:solidFill>
              <a:srgbClr val="C2CDE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6" name="Rectangle 4125">
            <a:extLst>
              <a:ext uri="{FF2B5EF4-FFF2-40B4-BE49-F238E27FC236}">
                <a16:creationId xmlns:a16="http://schemas.microsoft.com/office/drawing/2014/main" id="{B2F4CDFC-F526-FD44-D62E-DE20E6DACA8E}"/>
              </a:ext>
            </a:extLst>
          </p:cNvPr>
          <p:cNvSpPr/>
          <p:nvPr/>
        </p:nvSpPr>
        <p:spPr>
          <a:xfrm>
            <a:off x="6461608" y="5184648"/>
            <a:ext cx="2270684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Caller or customer-owned element</a:t>
            </a:r>
            <a:endParaRPr lang="en-US"/>
          </a:p>
        </p:txBody>
      </p:sp>
      <p:sp>
        <p:nvSpPr>
          <p:cNvPr id="4216" name="Rectangle 4215">
            <a:extLst>
              <a:ext uri="{FF2B5EF4-FFF2-40B4-BE49-F238E27FC236}">
                <a16:creationId xmlns:a16="http://schemas.microsoft.com/office/drawing/2014/main" id="{027583AA-03A6-7A7D-2F52-20D57B68CEE9}"/>
              </a:ext>
            </a:extLst>
          </p:cNvPr>
          <p:cNvSpPr/>
          <p:nvPr/>
        </p:nvSpPr>
        <p:spPr>
          <a:xfrm>
            <a:off x="8915171" y="5230368"/>
            <a:ext cx="52519" cy="12700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7" name="Rectangle 4306">
            <a:extLst>
              <a:ext uri="{FF2B5EF4-FFF2-40B4-BE49-F238E27FC236}">
                <a16:creationId xmlns:a16="http://schemas.microsoft.com/office/drawing/2014/main" id="{D1746545-C26B-28D0-FBD3-16A846D66EB0}"/>
              </a:ext>
            </a:extLst>
          </p:cNvPr>
          <p:cNvSpPr/>
          <p:nvPr/>
        </p:nvSpPr>
        <p:spPr>
          <a:xfrm>
            <a:off x="8915171" y="5418836"/>
            <a:ext cx="52519" cy="12700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9" name="Rectangle 4398">
            <a:extLst>
              <a:ext uri="{FF2B5EF4-FFF2-40B4-BE49-F238E27FC236}">
                <a16:creationId xmlns:a16="http://schemas.microsoft.com/office/drawing/2014/main" id="{765A7D58-EE72-97D4-5A64-741B3161B2E2}"/>
              </a:ext>
            </a:extLst>
          </p:cNvPr>
          <p:cNvSpPr/>
          <p:nvPr/>
        </p:nvSpPr>
        <p:spPr>
          <a:xfrm>
            <a:off x="9000515" y="5230368"/>
            <a:ext cx="52519" cy="12700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2" name="Rectangle 4491">
            <a:extLst>
              <a:ext uri="{FF2B5EF4-FFF2-40B4-BE49-F238E27FC236}">
                <a16:creationId xmlns:a16="http://schemas.microsoft.com/office/drawing/2014/main" id="{F318372A-7781-4CEF-24A0-3895E065B039}"/>
              </a:ext>
            </a:extLst>
          </p:cNvPr>
          <p:cNvSpPr/>
          <p:nvPr/>
        </p:nvSpPr>
        <p:spPr>
          <a:xfrm>
            <a:off x="9000515" y="5418836"/>
            <a:ext cx="52519" cy="12700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6" name="Rectangle 4585">
            <a:extLst>
              <a:ext uri="{FF2B5EF4-FFF2-40B4-BE49-F238E27FC236}">
                <a16:creationId xmlns:a16="http://schemas.microsoft.com/office/drawing/2014/main" id="{4546792B-9C7D-AF20-0F22-7E37C5CDA202}"/>
              </a:ext>
            </a:extLst>
          </p:cNvPr>
          <p:cNvSpPr/>
          <p:nvPr/>
        </p:nvSpPr>
        <p:spPr>
          <a:xfrm>
            <a:off x="9085859" y="5230368"/>
            <a:ext cx="52519" cy="12700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1" name="Rectangle 4680">
            <a:extLst>
              <a:ext uri="{FF2B5EF4-FFF2-40B4-BE49-F238E27FC236}">
                <a16:creationId xmlns:a16="http://schemas.microsoft.com/office/drawing/2014/main" id="{7B89E839-ABAB-6B8B-049A-330614160F05}"/>
              </a:ext>
            </a:extLst>
          </p:cNvPr>
          <p:cNvSpPr/>
          <p:nvPr/>
        </p:nvSpPr>
        <p:spPr>
          <a:xfrm>
            <a:off x="9085859" y="5418836"/>
            <a:ext cx="52519" cy="12700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7" name="Rectangle 4776">
            <a:extLst>
              <a:ext uri="{FF2B5EF4-FFF2-40B4-BE49-F238E27FC236}">
                <a16:creationId xmlns:a16="http://schemas.microsoft.com/office/drawing/2014/main" id="{DA404283-7CF3-5302-35DA-628E8A418597}"/>
              </a:ext>
            </a:extLst>
          </p:cNvPr>
          <p:cNvSpPr/>
          <p:nvPr/>
        </p:nvSpPr>
        <p:spPr>
          <a:xfrm>
            <a:off x="8915171" y="5230368"/>
            <a:ext cx="12700" cy="4126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4" name="Rectangle 4873">
            <a:extLst>
              <a:ext uri="{FF2B5EF4-FFF2-40B4-BE49-F238E27FC236}">
                <a16:creationId xmlns:a16="http://schemas.microsoft.com/office/drawing/2014/main" id="{65966D33-6EB6-3AB5-2969-DC37C538E5E1}"/>
              </a:ext>
            </a:extLst>
          </p:cNvPr>
          <p:cNvSpPr/>
          <p:nvPr/>
        </p:nvSpPr>
        <p:spPr>
          <a:xfrm>
            <a:off x="9158503" y="5230368"/>
            <a:ext cx="12700" cy="4126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2" name="Rectangle 4971">
            <a:extLst>
              <a:ext uri="{FF2B5EF4-FFF2-40B4-BE49-F238E27FC236}">
                <a16:creationId xmlns:a16="http://schemas.microsoft.com/office/drawing/2014/main" id="{D775E028-C51F-51EB-E1E5-B25BCB2A910D}"/>
              </a:ext>
            </a:extLst>
          </p:cNvPr>
          <p:cNvSpPr/>
          <p:nvPr/>
        </p:nvSpPr>
        <p:spPr>
          <a:xfrm>
            <a:off x="8915171" y="5297424"/>
            <a:ext cx="12700" cy="4126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1" name="Rectangle 5070">
            <a:extLst>
              <a:ext uri="{FF2B5EF4-FFF2-40B4-BE49-F238E27FC236}">
                <a16:creationId xmlns:a16="http://schemas.microsoft.com/office/drawing/2014/main" id="{18BABD7C-9EB4-69B4-AA3B-883D9BEA39FD}"/>
              </a:ext>
            </a:extLst>
          </p:cNvPr>
          <p:cNvSpPr/>
          <p:nvPr/>
        </p:nvSpPr>
        <p:spPr>
          <a:xfrm>
            <a:off x="9158503" y="5297424"/>
            <a:ext cx="12700" cy="4126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1" name="Rectangle 5170">
            <a:extLst>
              <a:ext uri="{FF2B5EF4-FFF2-40B4-BE49-F238E27FC236}">
                <a16:creationId xmlns:a16="http://schemas.microsoft.com/office/drawing/2014/main" id="{786C38F6-A8F8-2B28-5DDC-A1E6E49D8CBF}"/>
              </a:ext>
            </a:extLst>
          </p:cNvPr>
          <p:cNvSpPr/>
          <p:nvPr/>
        </p:nvSpPr>
        <p:spPr>
          <a:xfrm>
            <a:off x="8915171" y="5364480"/>
            <a:ext cx="12700" cy="4126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2" name="Rectangle 5271">
            <a:extLst>
              <a:ext uri="{FF2B5EF4-FFF2-40B4-BE49-F238E27FC236}">
                <a16:creationId xmlns:a16="http://schemas.microsoft.com/office/drawing/2014/main" id="{7D2E3BE2-0503-F1D5-D800-9C07F3C1D244}"/>
              </a:ext>
            </a:extLst>
          </p:cNvPr>
          <p:cNvSpPr/>
          <p:nvPr/>
        </p:nvSpPr>
        <p:spPr>
          <a:xfrm>
            <a:off x="9158503" y="5364480"/>
            <a:ext cx="12700" cy="41265"/>
          </a:xfrm>
          <a:prstGeom prst="rect">
            <a:avLst/>
          </a:prstGeom>
          <a:solidFill>
            <a:srgbClr val="44495B"/>
          </a:solidFill>
          <a:ln>
            <a:solidFill>
              <a:srgbClr val="44495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4" name="Rectangle 5373">
            <a:extLst>
              <a:ext uri="{FF2B5EF4-FFF2-40B4-BE49-F238E27FC236}">
                <a16:creationId xmlns:a16="http://schemas.microsoft.com/office/drawing/2014/main" id="{2990A9AE-7F18-F5BD-F43D-9F762E3D9E4B}"/>
              </a:ext>
            </a:extLst>
          </p:cNvPr>
          <p:cNvSpPr/>
          <p:nvPr/>
        </p:nvSpPr>
        <p:spPr>
          <a:xfrm>
            <a:off x="9280931" y="5184648"/>
            <a:ext cx="2270684" cy="306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A boundary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8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7" name="Rectangle 25836">
            <a:extLst>
              <a:ext uri="{FF2B5EF4-FFF2-40B4-BE49-F238E27FC236}">
                <a16:creationId xmlns:a16="http://schemas.microsoft.com/office/drawing/2014/main" id="{E8FA84D0-2E7C-3520-3D32-22D3538D9DE6}"/>
              </a:ext>
            </a:extLst>
          </p:cNvPr>
          <p:cNvSpPr/>
          <p:nvPr/>
        </p:nvSpPr>
        <p:spPr>
          <a:xfrm>
            <a:off x="457200" y="201168"/>
            <a:ext cx="8229600" cy="371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 spc="15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MECHANISM</a:t>
            </a:r>
            <a:endParaRPr lang="en-US"/>
          </a:p>
        </p:txBody>
      </p:sp>
      <p:sp>
        <p:nvSpPr>
          <p:cNvPr id="25839" name="Rectangle 25838">
            <a:extLst>
              <a:ext uri="{FF2B5EF4-FFF2-40B4-BE49-F238E27FC236}">
                <a16:creationId xmlns:a16="http://schemas.microsoft.com/office/drawing/2014/main" id="{FD3B322B-26F3-80BB-95CE-D343440830D8}"/>
              </a:ext>
            </a:extLst>
          </p:cNvPr>
          <p:cNvSpPr/>
          <p:nvPr/>
        </p:nvSpPr>
        <p:spPr>
          <a:xfrm>
            <a:off x="457200" y="411480"/>
            <a:ext cx="1078992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Cache eligibility and matching</a:t>
            </a:r>
            <a:endParaRPr lang="en-US"/>
          </a:p>
        </p:txBody>
      </p:sp>
      <p:sp>
        <p:nvSpPr>
          <p:cNvPr id="25842" name="Rectangle 25841">
            <a:extLst>
              <a:ext uri="{FF2B5EF4-FFF2-40B4-BE49-F238E27FC236}">
                <a16:creationId xmlns:a16="http://schemas.microsoft.com/office/drawing/2014/main" id="{75ADD0CE-ACB7-0986-33B7-FF3178890A76}"/>
              </a:ext>
            </a:extLst>
          </p:cNvPr>
          <p:cNvSpPr/>
          <p:nvPr/>
        </p:nvSpPr>
        <p:spPr>
          <a:xfrm>
            <a:off x="457200" y="914400"/>
            <a:ext cx="10972800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The longest matching cached prefix is reused. Cache breakpoint: a marker for the end of a reusable prefix.</a:t>
            </a:r>
            <a:endParaRPr lang="en-US"/>
          </a:p>
        </p:txBody>
      </p:sp>
      <p:sp>
        <p:nvSpPr>
          <p:cNvPr id="25846" name="Rectangle 25845">
            <a:extLst>
              <a:ext uri="{FF2B5EF4-FFF2-40B4-BE49-F238E27FC236}">
                <a16:creationId xmlns:a16="http://schemas.microsoft.com/office/drawing/2014/main" id="{FE970A38-A357-63C6-BF8F-2A23D5E89F71}"/>
              </a:ext>
            </a:extLst>
          </p:cNvPr>
          <p:cNvSpPr/>
          <p:nvPr/>
        </p:nvSpPr>
        <p:spPr>
          <a:xfrm>
            <a:off x="457200" y="5760720"/>
            <a:ext cx="722376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Source: Learn · azure/foundry/openai/how-to/prompt-caching · OpenAI · guides/prompt-caching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851" name="Rectangle 25850">
            <a:extLst>
              <a:ext uri="{FF2B5EF4-FFF2-40B4-BE49-F238E27FC236}">
                <a16:creationId xmlns:a16="http://schemas.microsoft.com/office/drawing/2014/main" id="{0CBBABBB-A139-8238-2781-712E37DF969B}"/>
              </a:ext>
            </a:extLst>
          </p:cNvPr>
          <p:cNvSpPr/>
          <p:nvPr/>
        </p:nvSpPr>
        <p:spPr>
          <a:xfrm>
            <a:off x="7772400" y="5760720"/>
            <a:ext cx="3962095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Prompt caching · September 2026 · 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857" name="Rectangle 25856">
            <a:extLst>
              <a:ext uri="{FF2B5EF4-FFF2-40B4-BE49-F238E27FC236}">
                <a16:creationId xmlns:a16="http://schemas.microsoft.com/office/drawing/2014/main" id="{D11ABFFD-6FC6-3686-574C-A7957684F9EA}"/>
              </a:ext>
            </a:extLst>
          </p:cNvPr>
          <p:cNvSpPr/>
          <p:nvPr/>
        </p:nvSpPr>
        <p:spPr>
          <a:xfrm>
            <a:off x="457200" y="1261872"/>
            <a:ext cx="5303520" cy="402336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Request rendered</a:t>
            </a:r>
            <a:endParaRPr lang="en-US"/>
          </a:p>
        </p:txBody>
      </p:sp>
      <p:sp>
        <p:nvSpPr>
          <p:cNvPr id="25864" name="Rectangle 25863">
            <a:extLst>
              <a:ext uri="{FF2B5EF4-FFF2-40B4-BE49-F238E27FC236}">
                <a16:creationId xmlns:a16="http://schemas.microsoft.com/office/drawing/2014/main" id="{33997E5E-5BB1-92D2-5118-B5361D01E5D0}"/>
              </a:ext>
            </a:extLst>
          </p:cNvPr>
          <p:cNvSpPr/>
          <p:nvPr/>
        </p:nvSpPr>
        <p:spPr>
          <a:xfrm>
            <a:off x="3098902" y="1664208"/>
            <a:ext cx="20117" cy="109728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72" name="Arrow: Down 25871">
            <a:extLst>
              <a:ext uri="{FF2B5EF4-FFF2-40B4-BE49-F238E27FC236}">
                <a16:creationId xmlns:a16="http://schemas.microsoft.com/office/drawing/2014/main" id="{EF653BA7-8F90-EC2C-3988-3227DC8226B5}"/>
              </a:ext>
            </a:extLst>
          </p:cNvPr>
          <p:cNvSpPr/>
          <p:nvPr/>
        </p:nvSpPr>
        <p:spPr>
          <a:xfrm>
            <a:off x="3026664" y="1746504"/>
            <a:ext cx="164592" cy="137160"/>
          </a:xfrm>
          <a:prstGeom prst="down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81" name="Oval 25880">
            <a:extLst>
              <a:ext uri="{FF2B5EF4-FFF2-40B4-BE49-F238E27FC236}">
                <a16:creationId xmlns:a16="http://schemas.microsoft.com/office/drawing/2014/main" id="{86DDDE1F-4380-DF8F-EC9A-0511178486B5}"/>
              </a:ext>
            </a:extLst>
          </p:cNvPr>
          <p:cNvSpPr/>
          <p:nvPr/>
        </p:nvSpPr>
        <p:spPr>
          <a:xfrm>
            <a:off x="3328416" y="1627632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891" name="Rectangle 25890">
            <a:extLst>
              <a:ext uri="{FF2B5EF4-FFF2-40B4-BE49-F238E27FC236}">
                <a16:creationId xmlns:a16="http://schemas.microsoft.com/office/drawing/2014/main" id="{CE6B955C-ED1E-BD7F-FC64-91FE1CBAF61D}"/>
              </a:ext>
            </a:extLst>
          </p:cNvPr>
          <p:cNvSpPr/>
          <p:nvPr/>
        </p:nvSpPr>
        <p:spPr>
          <a:xfrm>
            <a:off x="457200" y="1883664"/>
            <a:ext cx="5303520" cy="402336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Prefix routed to a serving machine</a:t>
            </a:r>
            <a:endParaRPr lang="en-US"/>
          </a:p>
        </p:txBody>
      </p:sp>
      <p:sp>
        <p:nvSpPr>
          <p:cNvPr id="25902" name="Rectangle 25901">
            <a:extLst>
              <a:ext uri="{FF2B5EF4-FFF2-40B4-BE49-F238E27FC236}">
                <a16:creationId xmlns:a16="http://schemas.microsoft.com/office/drawing/2014/main" id="{37FAE2CB-3F52-F057-EEDB-3F5C3CADF14B}"/>
              </a:ext>
            </a:extLst>
          </p:cNvPr>
          <p:cNvSpPr/>
          <p:nvPr/>
        </p:nvSpPr>
        <p:spPr>
          <a:xfrm>
            <a:off x="3098902" y="2286000"/>
            <a:ext cx="20117" cy="109728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14" name="Arrow: Down 25913">
            <a:extLst>
              <a:ext uri="{FF2B5EF4-FFF2-40B4-BE49-F238E27FC236}">
                <a16:creationId xmlns:a16="http://schemas.microsoft.com/office/drawing/2014/main" id="{AA6F2519-C69E-0CA5-CFB3-23CEECCB64FA}"/>
              </a:ext>
            </a:extLst>
          </p:cNvPr>
          <p:cNvSpPr/>
          <p:nvPr/>
        </p:nvSpPr>
        <p:spPr>
          <a:xfrm>
            <a:off x="3026664" y="2368296"/>
            <a:ext cx="164592" cy="137160"/>
          </a:xfrm>
          <a:prstGeom prst="down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27" name="Oval 25926">
            <a:extLst>
              <a:ext uri="{FF2B5EF4-FFF2-40B4-BE49-F238E27FC236}">
                <a16:creationId xmlns:a16="http://schemas.microsoft.com/office/drawing/2014/main" id="{22D1838D-BB2C-3DF4-1B1B-44FBC9A705D9}"/>
              </a:ext>
            </a:extLst>
          </p:cNvPr>
          <p:cNvSpPr/>
          <p:nvPr/>
        </p:nvSpPr>
        <p:spPr>
          <a:xfrm>
            <a:off x="3328416" y="2249424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41" name="Rectangle 25940">
            <a:extLst>
              <a:ext uri="{FF2B5EF4-FFF2-40B4-BE49-F238E27FC236}">
                <a16:creationId xmlns:a16="http://schemas.microsoft.com/office/drawing/2014/main" id="{577A7246-11CD-EAA5-2257-1764B4685F44}"/>
              </a:ext>
            </a:extLst>
          </p:cNvPr>
          <p:cNvSpPr/>
          <p:nvPr/>
        </p:nvSpPr>
        <p:spPr>
          <a:xfrm>
            <a:off x="457200" y="2505456"/>
            <a:ext cx="5303520" cy="402336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Longest matching cached prefix retrieved</a:t>
            </a:r>
            <a:endParaRPr lang="en-US"/>
          </a:p>
        </p:txBody>
      </p:sp>
      <p:sp>
        <p:nvSpPr>
          <p:cNvPr id="25956" name="Rectangle 25955">
            <a:extLst>
              <a:ext uri="{FF2B5EF4-FFF2-40B4-BE49-F238E27FC236}">
                <a16:creationId xmlns:a16="http://schemas.microsoft.com/office/drawing/2014/main" id="{50F83A49-B27F-59F6-7160-913448ED61D9}"/>
              </a:ext>
            </a:extLst>
          </p:cNvPr>
          <p:cNvSpPr/>
          <p:nvPr/>
        </p:nvSpPr>
        <p:spPr>
          <a:xfrm>
            <a:off x="3098902" y="2907792"/>
            <a:ext cx="20117" cy="128016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72" name="Rectangle 25971">
            <a:extLst>
              <a:ext uri="{FF2B5EF4-FFF2-40B4-BE49-F238E27FC236}">
                <a16:creationId xmlns:a16="http://schemas.microsoft.com/office/drawing/2014/main" id="{9E58B8F9-60EE-36A6-E7B2-8ACAA38F42CC}"/>
              </a:ext>
            </a:extLst>
          </p:cNvPr>
          <p:cNvSpPr/>
          <p:nvPr/>
        </p:nvSpPr>
        <p:spPr>
          <a:xfrm>
            <a:off x="1737360" y="3026664"/>
            <a:ext cx="2743200" cy="20117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89" name="Rectangle 25988">
            <a:extLst>
              <a:ext uri="{FF2B5EF4-FFF2-40B4-BE49-F238E27FC236}">
                <a16:creationId xmlns:a16="http://schemas.microsoft.com/office/drawing/2014/main" id="{CFFC0AA3-E087-BDFF-116C-79CBD6B5C63A}"/>
              </a:ext>
            </a:extLst>
          </p:cNvPr>
          <p:cNvSpPr/>
          <p:nvPr/>
        </p:nvSpPr>
        <p:spPr>
          <a:xfrm>
            <a:off x="1727302" y="3026664"/>
            <a:ext cx="20117" cy="109728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07" name="Arrow: Down 26006">
            <a:extLst>
              <a:ext uri="{FF2B5EF4-FFF2-40B4-BE49-F238E27FC236}">
                <a16:creationId xmlns:a16="http://schemas.microsoft.com/office/drawing/2014/main" id="{1550EDA5-0276-7473-BC7D-1CB5D2B08A2F}"/>
              </a:ext>
            </a:extLst>
          </p:cNvPr>
          <p:cNvSpPr/>
          <p:nvPr/>
        </p:nvSpPr>
        <p:spPr>
          <a:xfrm>
            <a:off x="1655064" y="3118104"/>
            <a:ext cx="164592" cy="137160"/>
          </a:xfrm>
          <a:prstGeom prst="down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26" name="Rectangle 26025">
            <a:extLst>
              <a:ext uri="{FF2B5EF4-FFF2-40B4-BE49-F238E27FC236}">
                <a16:creationId xmlns:a16="http://schemas.microsoft.com/office/drawing/2014/main" id="{682D7BE3-FB41-784D-AEF6-9E74ABA90D84}"/>
              </a:ext>
            </a:extLst>
          </p:cNvPr>
          <p:cNvSpPr/>
          <p:nvPr/>
        </p:nvSpPr>
        <p:spPr>
          <a:xfrm>
            <a:off x="4470502" y="3026664"/>
            <a:ext cx="20117" cy="109728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46" name="Arrow: Down 26045">
            <a:extLst>
              <a:ext uri="{FF2B5EF4-FFF2-40B4-BE49-F238E27FC236}">
                <a16:creationId xmlns:a16="http://schemas.microsoft.com/office/drawing/2014/main" id="{F268925C-32E9-73DA-ABDB-F0C80C7411C8}"/>
              </a:ext>
            </a:extLst>
          </p:cNvPr>
          <p:cNvSpPr/>
          <p:nvPr/>
        </p:nvSpPr>
        <p:spPr>
          <a:xfrm>
            <a:off x="4398264" y="3118104"/>
            <a:ext cx="164592" cy="137160"/>
          </a:xfrm>
          <a:prstGeom prst="down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67" name="Oval 26066">
            <a:extLst>
              <a:ext uri="{FF2B5EF4-FFF2-40B4-BE49-F238E27FC236}">
                <a16:creationId xmlns:a16="http://schemas.microsoft.com/office/drawing/2014/main" id="{0E448A41-5550-3F90-A158-E4B0F69A8742}"/>
              </a:ext>
            </a:extLst>
          </p:cNvPr>
          <p:cNvSpPr/>
          <p:nvPr/>
        </p:nvSpPr>
        <p:spPr>
          <a:xfrm>
            <a:off x="3328416" y="2926080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089" name="Rectangle 26088">
            <a:extLst>
              <a:ext uri="{FF2B5EF4-FFF2-40B4-BE49-F238E27FC236}">
                <a16:creationId xmlns:a16="http://schemas.microsoft.com/office/drawing/2014/main" id="{709FEC80-7CBF-E8C3-B2A4-A73A63ED5289}"/>
              </a:ext>
            </a:extLst>
          </p:cNvPr>
          <p:cNvSpPr/>
          <p:nvPr/>
        </p:nvSpPr>
        <p:spPr>
          <a:xfrm>
            <a:off x="457200" y="3255264"/>
            <a:ext cx="256032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Cache hit — stored token computations reused</a:t>
            </a:r>
            <a:endParaRPr lang="en-US"/>
          </a:p>
        </p:txBody>
      </p:sp>
      <p:sp>
        <p:nvSpPr>
          <p:cNvPr id="26112" name="Rectangle 26111">
            <a:extLst>
              <a:ext uri="{FF2B5EF4-FFF2-40B4-BE49-F238E27FC236}">
                <a16:creationId xmlns:a16="http://schemas.microsoft.com/office/drawing/2014/main" id="{E661F9B6-7634-7DCC-DFB0-D1FCA4FAEAD7}"/>
              </a:ext>
            </a:extLst>
          </p:cNvPr>
          <p:cNvSpPr/>
          <p:nvPr/>
        </p:nvSpPr>
        <p:spPr>
          <a:xfrm>
            <a:off x="3200400" y="3255264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Cache miss — full prefill, result written to cache</a:t>
            </a:r>
            <a:endParaRPr lang="en-US"/>
          </a:p>
        </p:txBody>
      </p:sp>
      <p:sp>
        <p:nvSpPr>
          <p:cNvPr id="26136" name="Rectangle 26135">
            <a:extLst>
              <a:ext uri="{FF2B5EF4-FFF2-40B4-BE49-F238E27FC236}">
                <a16:creationId xmlns:a16="http://schemas.microsoft.com/office/drawing/2014/main" id="{C7CBBC58-47D2-B520-AD3B-36DF06032AE1}"/>
              </a:ext>
            </a:extLst>
          </p:cNvPr>
          <p:cNvSpPr/>
          <p:nvPr/>
        </p:nvSpPr>
        <p:spPr>
          <a:xfrm>
            <a:off x="1727302" y="3749040"/>
            <a:ext cx="20117" cy="128016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61" name="Rectangle 26160">
            <a:extLst>
              <a:ext uri="{FF2B5EF4-FFF2-40B4-BE49-F238E27FC236}">
                <a16:creationId xmlns:a16="http://schemas.microsoft.com/office/drawing/2014/main" id="{BB33DFDB-522C-268F-D73A-739E79166D51}"/>
              </a:ext>
            </a:extLst>
          </p:cNvPr>
          <p:cNvSpPr/>
          <p:nvPr/>
        </p:nvSpPr>
        <p:spPr>
          <a:xfrm>
            <a:off x="4470502" y="3749040"/>
            <a:ext cx="20117" cy="128016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87" name="Rectangle 26186">
            <a:extLst>
              <a:ext uri="{FF2B5EF4-FFF2-40B4-BE49-F238E27FC236}">
                <a16:creationId xmlns:a16="http://schemas.microsoft.com/office/drawing/2014/main" id="{A5D0D212-7EF3-EA94-BBA2-DFE222EFFE46}"/>
              </a:ext>
            </a:extLst>
          </p:cNvPr>
          <p:cNvSpPr/>
          <p:nvPr/>
        </p:nvSpPr>
        <p:spPr>
          <a:xfrm>
            <a:off x="1737360" y="3867912"/>
            <a:ext cx="2743200" cy="20117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14" name="Rectangle 26213">
            <a:extLst>
              <a:ext uri="{FF2B5EF4-FFF2-40B4-BE49-F238E27FC236}">
                <a16:creationId xmlns:a16="http://schemas.microsoft.com/office/drawing/2014/main" id="{19122847-BB26-DBD3-09A4-729D008F23FD}"/>
              </a:ext>
            </a:extLst>
          </p:cNvPr>
          <p:cNvSpPr/>
          <p:nvPr/>
        </p:nvSpPr>
        <p:spPr>
          <a:xfrm>
            <a:off x="3098902" y="3867912"/>
            <a:ext cx="20117" cy="109728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42" name="Arrow: Down 26241">
            <a:extLst>
              <a:ext uri="{FF2B5EF4-FFF2-40B4-BE49-F238E27FC236}">
                <a16:creationId xmlns:a16="http://schemas.microsoft.com/office/drawing/2014/main" id="{4A33E795-9C1B-9B03-06F2-60233D159DFE}"/>
              </a:ext>
            </a:extLst>
          </p:cNvPr>
          <p:cNvSpPr/>
          <p:nvPr/>
        </p:nvSpPr>
        <p:spPr>
          <a:xfrm>
            <a:off x="3026664" y="3959352"/>
            <a:ext cx="164592" cy="137160"/>
          </a:xfrm>
          <a:prstGeom prst="downArrow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71" name="Oval 26270">
            <a:extLst>
              <a:ext uri="{FF2B5EF4-FFF2-40B4-BE49-F238E27FC236}">
                <a16:creationId xmlns:a16="http://schemas.microsoft.com/office/drawing/2014/main" id="{AC632712-EACB-8761-CA68-408C99496504}"/>
              </a:ext>
            </a:extLst>
          </p:cNvPr>
          <p:cNvSpPr/>
          <p:nvPr/>
        </p:nvSpPr>
        <p:spPr>
          <a:xfrm>
            <a:off x="3328416" y="3767328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301" name="Rectangle 26300">
            <a:extLst>
              <a:ext uri="{FF2B5EF4-FFF2-40B4-BE49-F238E27FC236}">
                <a16:creationId xmlns:a16="http://schemas.microsoft.com/office/drawing/2014/main" id="{2029360E-C337-B1F0-4ACB-C01C94141731}"/>
              </a:ext>
            </a:extLst>
          </p:cNvPr>
          <p:cNvSpPr/>
          <p:nvPr/>
        </p:nvSpPr>
        <p:spPr>
          <a:xfrm>
            <a:off x="457200" y="4096512"/>
            <a:ext cx="5303520" cy="402336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Output tokens generated</a:t>
            </a:r>
            <a:endParaRPr lang="en-US"/>
          </a:p>
        </p:txBody>
      </p:sp>
      <p:sp>
        <p:nvSpPr>
          <p:cNvPr id="26332" name="Rectangle 26331">
            <a:extLst>
              <a:ext uri="{FF2B5EF4-FFF2-40B4-BE49-F238E27FC236}">
                <a16:creationId xmlns:a16="http://schemas.microsoft.com/office/drawing/2014/main" id="{E953D45C-B954-1225-0B9C-88BD77D89059}"/>
              </a:ext>
            </a:extLst>
          </p:cNvPr>
          <p:cNvSpPr/>
          <p:nvPr/>
        </p:nvSpPr>
        <p:spPr>
          <a:xfrm>
            <a:off x="457200" y="4553712"/>
            <a:ext cx="5303520" cy="3221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Output tokens are generated for every request and are never cached.</a:t>
            </a:r>
            <a:endParaRPr lang="en-US"/>
          </a:p>
        </p:txBody>
      </p:sp>
      <p:sp>
        <p:nvSpPr>
          <p:cNvPr id="26364" name="Rectangle 26363">
            <a:extLst>
              <a:ext uri="{FF2B5EF4-FFF2-40B4-BE49-F238E27FC236}">
                <a16:creationId xmlns:a16="http://schemas.microsoft.com/office/drawing/2014/main" id="{095BB617-00A8-041D-D94D-B1F266230D02}"/>
              </a:ext>
            </a:extLst>
          </p:cNvPr>
          <p:cNvSpPr/>
          <p:nvPr/>
        </p:nvSpPr>
        <p:spPr>
          <a:xfrm>
            <a:off x="475488" y="5013008"/>
            <a:ext cx="310896" cy="20117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97" name="Rectangle 26396">
            <a:extLst>
              <a:ext uri="{FF2B5EF4-FFF2-40B4-BE49-F238E27FC236}">
                <a16:creationId xmlns:a16="http://schemas.microsoft.com/office/drawing/2014/main" id="{011D4BA0-1127-58F8-1A9C-2586B3A6F783}"/>
              </a:ext>
            </a:extLst>
          </p:cNvPr>
          <p:cNvSpPr/>
          <p:nvPr/>
        </p:nvSpPr>
        <p:spPr>
          <a:xfrm>
            <a:off x="877824" y="4912424"/>
            <a:ext cx="4480560" cy="354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Solid — request path; numbered markers indicate sequence</a:t>
            </a:r>
            <a:endParaRPr lang="en-US"/>
          </a:p>
        </p:txBody>
      </p:sp>
      <p:sp>
        <p:nvSpPr>
          <p:cNvPr id="26739" name="Rectangle 26738">
            <a:extLst>
              <a:ext uri="{FF2B5EF4-FFF2-40B4-BE49-F238E27FC236}">
                <a16:creationId xmlns:a16="http://schemas.microsoft.com/office/drawing/2014/main" id="{F23817A3-E69D-CF23-D22F-F68CED04B99D}"/>
              </a:ext>
            </a:extLst>
          </p:cNvPr>
          <p:cNvSpPr/>
          <p:nvPr/>
        </p:nvSpPr>
        <p:spPr>
          <a:xfrm>
            <a:off x="6080760" y="2850000"/>
            <a:ext cx="5650992" cy="2292230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82" name="Rectangle 26781">
            <a:extLst>
              <a:ext uri="{FF2B5EF4-FFF2-40B4-BE49-F238E27FC236}">
                <a16:creationId xmlns:a16="http://schemas.microsoft.com/office/drawing/2014/main" id="{C7B8D4BC-0EEA-73C9-9331-750D68A63BB7}"/>
              </a:ext>
            </a:extLst>
          </p:cNvPr>
          <p:cNvSpPr/>
          <p:nvPr/>
        </p:nvSpPr>
        <p:spPr>
          <a:xfrm>
            <a:off x="6080760" y="2850000"/>
            <a:ext cx="5650992" cy="45720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26" name="Rectangle 26825">
            <a:extLst>
              <a:ext uri="{FF2B5EF4-FFF2-40B4-BE49-F238E27FC236}">
                <a16:creationId xmlns:a16="http://schemas.microsoft.com/office/drawing/2014/main" id="{2FDA56E3-EDCD-2D41-D700-D0D1EB7FC7A0}"/>
              </a:ext>
            </a:extLst>
          </p:cNvPr>
          <p:cNvSpPr/>
          <p:nvPr/>
        </p:nvSpPr>
        <p:spPr>
          <a:xfrm>
            <a:off x="6355080" y="2940000"/>
            <a:ext cx="5102352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Conditions that produce a cache miss</a:t>
            </a:r>
            <a:endParaRPr lang="en-US"/>
          </a:p>
        </p:txBody>
      </p:sp>
      <p:sp>
        <p:nvSpPr>
          <p:cNvPr id="26871" name="Oval 26870">
            <a:extLst>
              <a:ext uri="{FF2B5EF4-FFF2-40B4-BE49-F238E27FC236}">
                <a16:creationId xmlns:a16="http://schemas.microsoft.com/office/drawing/2014/main" id="{B3400DB2-A231-2F79-EBA4-EF05D7178C64}"/>
              </a:ext>
            </a:extLst>
          </p:cNvPr>
          <p:cNvSpPr/>
          <p:nvPr/>
        </p:nvSpPr>
        <p:spPr>
          <a:xfrm>
            <a:off x="6355080" y="3298288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917" name="Rectangle 26916">
            <a:extLst>
              <a:ext uri="{FF2B5EF4-FFF2-40B4-BE49-F238E27FC236}">
                <a16:creationId xmlns:a16="http://schemas.microsoft.com/office/drawing/2014/main" id="{323ADBE8-28F7-6B88-FF77-2FEB7001AC09}"/>
              </a:ext>
            </a:extLst>
          </p:cNvPr>
          <p:cNvSpPr/>
          <p:nvPr/>
        </p:nvSpPr>
        <p:spPr>
          <a:xfrm>
            <a:off x="6766560" y="3280000"/>
            <a:ext cx="4690872" cy="330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Variable content in the leading tokens</a:t>
            </a:r>
            <a:endParaRPr lang="en-US"/>
          </a:p>
        </p:txBody>
      </p:sp>
      <p:sp>
        <p:nvSpPr>
          <p:cNvPr id="26964" name="Rectangle 26963">
            <a:extLst>
              <a:ext uri="{FF2B5EF4-FFF2-40B4-BE49-F238E27FC236}">
                <a16:creationId xmlns:a16="http://schemas.microsoft.com/office/drawing/2014/main" id="{162490FB-A25C-07CA-25E1-C5CB144E7EAB}"/>
              </a:ext>
            </a:extLst>
          </p:cNvPr>
          <p:cNvSpPr/>
          <p:nvPr/>
        </p:nvSpPr>
        <p:spPr>
          <a:xfrm>
            <a:off x="6766560" y="3555209"/>
            <a:ext cx="4690872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timestamps, session identifiers and request identifiers placed before static instructions</a:t>
            </a:r>
            <a:endParaRPr lang="en-US"/>
          </a:p>
        </p:txBody>
      </p:sp>
      <p:sp>
        <p:nvSpPr>
          <p:cNvPr id="27012" name="Oval 27011">
            <a:extLst>
              <a:ext uri="{FF2B5EF4-FFF2-40B4-BE49-F238E27FC236}">
                <a16:creationId xmlns:a16="http://schemas.microsoft.com/office/drawing/2014/main" id="{CFD44EA7-131E-8CFE-4CA6-8806BBEABE74}"/>
              </a:ext>
            </a:extLst>
          </p:cNvPr>
          <p:cNvSpPr/>
          <p:nvPr/>
        </p:nvSpPr>
        <p:spPr>
          <a:xfrm>
            <a:off x="6355080" y="3887695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061" name="Rectangle 27060">
            <a:extLst>
              <a:ext uri="{FF2B5EF4-FFF2-40B4-BE49-F238E27FC236}">
                <a16:creationId xmlns:a16="http://schemas.microsoft.com/office/drawing/2014/main" id="{11D64620-3697-161F-F2A9-8B6A8B4EB7BF}"/>
              </a:ext>
            </a:extLst>
          </p:cNvPr>
          <p:cNvSpPr/>
          <p:nvPr/>
        </p:nvSpPr>
        <p:spPr>
          <a:xfrm>
            <a:off x="6766560" y="3869407"/>
            <a:ext cx="4690872" cy="330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Modified tool definitions</a:t>
            </a:r>
            <a:endParaRPr lang="en-US"/>
          </a:p>
        </p:txBody>
      </p:sp>
      <p:sp>
        <p:nvSpPr>
          <p:cNvPr id="27111" name="Rectangle 27110">
            <a:extLst>
              <a:ext uri="{FF2B5EF4-FFF2-40B4-BE49-F238E27FC236}">
                <a16:creationId xmlns:a16="http://schemas.microsoft.com/office/drawing/2014/main" id="{256DCFB5-8500-FFEB-005E-DF519BD4438B}"/>
              </a:ext>
            </a:extLst>
          </p:cNvPr>
          <p:cNvSpPr/>
          <p:nvPr/>
        </p:nvSpPr>
        <p:spPr>
          <a:xfrm>
            <a:off x="6766560" y="4144616"/>
            <a:ext cx="4690872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tool definitions form part of the cached content; additions, removals and reordering alter the prefix</a:t>
            </a:r>
            <a:endParaRPr lang="en-US"/>
          </a:p>
        </p:txBody>
      </p:sp>
      <p:sp>
        <p:nvSpPr>
          <p:cNvPr id="27162" name="Oval 27161">
            <a:extLst>
              <a:ext uri="{FF2B5EF4-FFF2-40B4-BE49-F238E27FC236}">
                <a16:creationId xmlns:a16="http://schemas.microsoft.com/office/drawing/2014/main" id="{58070497-3025-2785-6EC6-FAD143F9175C}"/>
              </a:ext>
            </a:extLst>
          </p:cNvPr>
          <p:cNvSpPr/>
          <p:nvPr/>
        </p:nvSpPr>
        <p:spPr>
          <a:xfrm>
            <a:off x="6355080" y="4477102"/>
            <a:ext cx="292608" cy="292608"/>
          </a:xfrm>
          <a:prstGeom prst="ellipse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950" b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214" name="Rectangle 27213">
            <a:extLst>
              <a:ext uri="{FF2B5EF4-FFF2-40B4-BE49-F238E27FC236}">
                <a16:creationId xmlns:a16="http://schemas.microsoft.com/office/drawing/2014/main" id="{FFD5E748-1186-C2F7-2ABD-026A4904F235}"/>
              </a:ext>
            </a:extLst>
          </p:cNvPr>
          <p:cNvSpPr/>
          <p:nvPr/>
        </p:nvSpPr>
        <p:spPr>
          <a:xfrm>
            <a:off x="6766560" y="4458814"/>
            <a:ext cx="4690872" cy="330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Non-append-only conversation history</a:t>
            </a:r>
            <a:endParaRPr lang="en-US"/>
          </a:p>
        </p:txBody>
      </p:sp>
      <p:sp>
        <p:nvSpPr>
          <p:cNvPr id="27267" name="Rectangle 27266">
            <a:extLst>
              <a:ext uri="{FF2B5EF4-FFF2-40B4-BE49-F238E27FC236}">
                <a16:creationId xmlns:a16="http://schemas.microsoft.com/office/drawing/2014/main" id="{18113A17-C97F-96BF-26B5-B45E6F2386E2}"/>
              </a:ext>
            </a:extLst>
          </p:cNvPr>
          <p:cNvSpPr/>
          <p:nvPr/>
        </p:nvSpPr>
        <p:spPr>
          <a:xfrm>
            <a:off x="6766560" y="4734023"/>
            <a:ext cx="4690872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trimming, summarising or reordering earlier messages invalidates content cached after them</a:t>
            </a:r>
            <a:endParaRPr lang="en-US"/>
          </a:p>
        </p:txBody>
      </p:sp>
      <p:sp>
        <p:nvSpPr>
          <p:cNvPr id="27321" name="Rectangle 27320">
            <a:extLst>
              <a:ext uri="{FF2B5EF4-FFF2-40B4-BE49-F238E27FC236}">
                <a16:creationId xmlns:a16="http://schemas.microsoft.com/office/drawing/2014/main" id="{D071F6C2-BA3A-F6BC-D876-2F7494CF8401}"/>
              </a:ext>
            </a:extLst>
          </p:cNvPr>
          <p:cNvSpPr/>
          <p:nvPr/>
        </p:nvSpPr>
        <p:spPr>
          <a:xfrm>
            <a:off x="457200" y="5266944"/>
            <a:ext cx="11277295" cy="365760"/>
          </a:xfrm>
          <a:prstGeom prst="rect">
            <a:avLst/>
          </a:prstGeom>
          <a:solidFill>
            <a:srgbClr val="0B1229"/>
          </a:solidFill>
          <a:ln>
            <a:solidFill>
              <a:srgbClr val="0B122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76" name="Rectangle 27375">
            <a:extLst>
              <a:ext uri="{FF2B5EF4-FFF2-40B4-BE49-F238E27FC236}">
                <a16:creationId xmlns:a16="http://schemas.microsoft.com/office/drawing/2014/main" id="{B4545379-817C-0E48-D90B-AF35BA0BC53C}"/>
              </a:ext>
            </a:extLst>
          </p:cNvPr>
          <p:cNvSpPr/>
          <p:nvPr/>
        </p:nvSpPr>
        <p:spPr>
          <a:xfrm>
            <a:off x="777240" y="5266944"/>
            <a:ext cx="1060704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Place stable content at the beginning of the prompt and dynamic content at the end. Keep conversation context append-only.</a:t>
            </a:r>
            <a:endParaRPr lang="en-US"/>
          </a:p>
        </p:txBody>
      </p:sp>
      <p:sp>
        <p:nvSpPr>
          <p:cNvPr id="27377" name="tc-kicker">
            <a:extLst>
              <a:ext uri="{FF2B5EF4-FFF2-40B4-BE49-F238E27FC236}">
                <a16:creationId xmlns:a16="http://schemas.microsoft.com/office/drawing/2014/main" id="{E4EAA72F-92BE-151D-5935-13FC73962F18}"/>
              </a:ext>
            </a:extLst>
          </p:cNvPr>
          <p:cNvSpPr/>
          <p:nvPr/>
        </p:nvSpPr>
        <p:spPr>
          <a:xfrm>
            <a:off x="6080760" y="1261872"/>
            <a:ext cx="5650992" cy="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 spc="15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TOKEN COUNTING — RENDERED PROMPT ORDER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379" name="tc-legend">
            <a:extLst>
              <a:ext uri="{FF2B5EF4-FFF2-40B4-BE49-F238E27FC236}">
                <a16:creationId xmlns:a16="http://schemas.microsoft.com/office/drawing/2014/main" id="{C64272F2-27C7-7B4C-C7B8-EDC6796803DC}"/>
              </a:ext>
            </a:extLst>
          </p:cNvPr>
          <p:cNvSpPr/>
          <p:nvPr/>
        </p:nvSpPr>
        <p:spPr>
          <a:xfrm>
            <a:off x="9300000" y="2258872"/>
            <a:ext cx="2431752" cy="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7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Teal rule — the 1,024-token boundary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382" name="tc-sub">
            <a:extLst>
              <a:ext uri="{FF2B5EF4-FFF2-40B4-BE49-F238E27FC236}">
                <a16:creationId xmlns:a16="http://schemas.microsoft.com/office/drawing/2014/main" id="{652241E0-6D73-E46A-7B26-BD2C1FFE66E5}"/>
              </a:ext>
            </a:extLst>
          </p:cNvPr>
          <p:cNvSpPr/>
          <p:nvPr/>
        </p:nvSpPr>
        <p:spPr>
          <a:xfrm>
            <a:off x="6080760" y="1411872"/>
            <a:ext cx="5650992" cy="19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The minimum is counted from the first token of the rendered prompt, in this order.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386" name="tc-labelA">
            <a:extLst>
              <a:ext uri="{FF2B5EF4-FFF2-40B4-BE49-F238E27FC236}">
                <a16:creationId xmlns:a16="http://schemas.microsoft.com/office/drawing/2014/main" id="{B7E31122-72AB-7C39-2DFC-7A3C1B42DBC7}"/>
              </a:ext>
            </a:extLst>
          </p:cNvPr>
          <p:cNvSpPr/>
          <p:nvPr/>
        </p:nvSpPr>
        <p:spPr>
          <a:xfrm>
            <a:off x="6080760" y="1601872"/>
            <a:ext cx="2500000" cy="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System message reaches the minimum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391" name="tc-markA">
            <a:extLst>
              <a:ext uri="{FF2B5EF4-FFF2-40B4-BE49-F238E27FC236}">
                <a16:creationId xmlns:a16="http://schemas.microsoft.com/office/drawing/2014/main" id="{5265D038-6377-0BC2-B5EB-2698F0DDF1EE}"/>
              </a:ext>
            </a:extLst>
          </p:cNvPr>
          <p:cNvSpPr/>
          <p:nvPr/>
        </p:nvSpPr>
        <p:spPr>
          <a:xfrm>
            <a:off x="9604375" y="1601872"/>
            <a:ext cx="600000" cy="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50" b="1">
                <a:solidFill>
                  <a:srgbClr val="008173"/>
                </a:solidFill>
                <a:effectLst/>
                <a:latin typeface="Segoe UI" panose="020B0502040204020203" pitchFamily="34" charset="0"/>
              </a:rPr>
              <a:t>1,024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397" name="tc-a1">
            <a:extLst>
              <a:ext uri="{FF2B5EF4-FFF2-40B4-BE49-F238E27FC236}">
                <a16:creationId xmlns:a16="http://schemas.microsoft.com/office/drawing/2014/main" id="{2C95F7FB-08DD-C96E-31DB-CF3F50EDE957}"/>
              </a:ext>
            </a:extLst>
          </p:cNvPr>
          <p:cNvSpPr/>
          <p:nvPr/>
        </p:nvSpPr>
        <p:spPr>
          <a:xfrm>
            <a:off x="6080760" y="1751872"/>
            <a:ext cx="1243218" cy="212000"/>
          </a:xfrm>
          <a:prstGeom prst="rect">
            <a:avLst/>
          </a:prstGeom>
          <a:solidFill>
            <a:srgbClr val="101A3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Tool definitions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04" name="tc-a2">
            <a:extLst>
              <a:ext uri="{FF2B5EF4-FFF2-40B4-BE49-F238E27FC236}">
                <a16:creationId xmlns:a16="http://schemas.microsoft.com/office/drawing/2014/main" id="{C6197D7E-3D73-BBA3-FBC1-0B71E8F1D93A}"/>
              </a:ext>
            </a:extLst>
          </p:cNvPr>
          <p:cNvSpPr/>
          <p:nvPr/>
        </p:nvSpPr>
        <p:spPr>
          <a:xfrm>
            <a:off x="7323978" y="1751872"/>
            <a:ext cx="3108046" cy="212000"/>
          </a:xfrm>
          <a:prstGeom prst="rect">
            <a:avLst/>
          </a:prstGeom>
          <a:solidFill>
            <a:srgbClr val="101A3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System message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12" name="tc-a3">
            <a:extLst>
              <a:ext uri="{FF2B5EF4-FFF2-40B4-BE49-F238E27FC236}">
                <a16:creationId xmlns:a16="http://schemas.microsoft.com/office/drawing/2014/main" id="{BA2C574A-BD9F-76F6-98F9-9EDC2160DF04}"/>
              </a:ext>
            </a:extLst>
          </p:cNvPr>
          <p:cNvSpPr/>
          <p:nvPr/>
        </p:nvSpPr>
        <p:spPr>
          <a:xfrm>
            <a:off x="10432024" y="1751872"/>
            <a:ext cx="1299728" cy="212000"/>
          </a:xfrm>
          <a:prstGeom prst="rect">
            <a:avLst/>
          </a:prstGeom>
          <a:solidFill>
            <a:srgbClr val="EBEFF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7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Conversation turns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1" name="tc-adiv">
            <a:extLst>
              <a:ext uri="{FF2B5EF4-FFF2-40B4-BE49-F238E27FC236}">
                <a16:creationId xmlns:a16="http://schemas.microsoft.com/office/drawing/2014/main" id="{7FD23012-E76A-8964-79CD-4B9AB2628E1B}"/>
              </a:ext>
            </a:extLst>
          </p:cNvPr>
          <p:cNvSpPr/>
          <p:nvPr/>
        </p:nvSpPr>
        <p:spPr>
          <a:xfrm>
            <a:off x="7317628" y="1751872"/>
            <a:ext cx="12700" cy="2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31" name="tc-arule">
            <a:extLst>
              <a:ext uri="{FF2B5EF4-FFF2-40B4-BE49-F238E27FC236}">
                <a16:creationId xmlns:a16="http://schemas.microsoft.com/office/drawing/2014/main" id="{49EABCB6-B86F-EFAA-9FF8-3CB584208235}"/>
              </a:ext>
            </a:extLst>
          </p:cNvPr>
          <p:cNvSpPr/>
          <p:nvPr/>
        </p:nvSpPr>
        <p:spPr>
          <a:xfrm>
            <a:off x="9572945" y="1735872"/>
            <a:ext cx="22860" cy="228000"/>
          </a:xfrm>
          <a:prstGeom prst="rect">
            <a:avLst/>
          </a:prstGeom>
          <a:solidFill>
            <a:srgbClr val="00B39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42" name="tc-capA">
            <a:extLst>
              <a:ext uri="{FF2B5EF4-FFF2-40B4-BE49-F238E27FC236}">
                <a16:creationId xmlns:a16="http://schemas.microsoft.com/office/drawing/2014/main" id="{35E0A53E-19CD-70D1-27FB-3F0866441749}"/>
              </a:ext>
            </a:extLst>
          </p:cNvPr>
          <p:cNvSpPr/>
          <p:nvPr/>
        </p:nvSpPr>
        <p:spPr>
          <a:xfrm>
            <a:off x="6080760" y="1963872"/>
            <a:ext cx="5650992" cy="295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The identical prefix is complete before the first user turn. Variable content in conversation turns does not affect matching.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54" name="tc-labelB">
            <a:extLst>
              <a:ext uri="{FF2B5EF4-FFF2-40B4-BE49-F238E27FC236}">
                <a16:creationId xmlns:a16="http://schemas.microsoft.com/office/drawing/2014/main" id="{F76D9775-3AA5-53D6-1BE6-F7412822893A}"/>
              </a:ext>
            </a:extLst>
          </p:cNvPr>
          <p:cNvSpPr/>
          <p:nvPr/>
        </p:nvSpPr>
        <p:spPr>
          <a:xfrm>
            <a:off x="6080760" y="2258872"/>
            <a:ext cx="2400000" cy="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System message below the minimum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67" name="tc-markB">
            <a:extLst>
              <a:ext uri="{FF2B5EF4-FFF2-40B4-BE49-F238E27FC236}">
                <a16:creationId xmlns:a16="http://schemas.microsoft.com/office/drawing/2014/main" id="{968F5CF6-EB0D-FA6A-E19C-B1E29F575CCE}"/>
              </a:ext>
            </a:extLst>
          </p:cNvPr>
          <p:cNvSpPr/>
          <p:nvPr/>
        </p:nvSpPr>
        <p:spPr>
          <a:xfrm>
            <a:off x="8643706" y="2258872"/>
            <a:ext cx="600000" cy="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50" b="1">
                <a:solidFill>
                  <a:srgbClr val="008173"/>
                </a:solidFill>
                <a:effectLst/>
                <a:latin typeface="Segoe UI" panose="020B0502040204020203" pitchFamily="34" charset="0"/>
              </a:rPr>
              <a:t>1,024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81" name="tc-b1">
            <a:extLst>
              <a:ext uri="{FF2B5EF4-FFF2-40B4-BE49-F238E27FC236}">
                <a16:creationId xmlns:a16="http://schemas.microsoft.com/office/drawing/2014/main" id="{81146BB9-52DD-6313-08A0-DCDFAE519696}"/>
              </a:ext>
            </a:extLst>
          </p:cNvPr>
          <p:cNvSpPr/>
          <p:nvPr/>
        </p:nvSpPr>
        <p:spPr>
          <a:xfrm>
            <a:off x="6080760" y="2408872"/>
            <a:ext cx="1073688" cy="212000"/>
          </a:xfrm>
          <a:prstGeom prst="rect">
            <a:avLst/>
          </a:prstGeom>
          <a:solidFill>
            <a:srgbClr val="101A3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Tool definitions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96" name="tc-b2">
            <a:extLst>
              <a:ext uri="{FF2B5EF4-FFF2-40B4-BE49-F238E27FC236}">
                <a16:creationId xmlns:a16="http://schemas.microsoft.com/office/drawing/2014/main" id="{8C2BB555-0E7C-4B27-9506-57E31B7448D1}"/>
              </a:ext>
            </a:extLst>
          </p:cNvPr>
          <p:cNvSpPr/>
          <p:nvPr/>
        </p:nvSpPr>
        <p:spPr>
          <a:xfrm>
            <a:off x="7154448" y="2408872"/>
            <a:ext cx="1130198" cy="212000"/>
          </a:xfrm>
          <a:prstGeom prst="rect">
            <a:avLst/>
          </a:prstGeom>
          <a:solidFill>
            <a:srgbClr val="101A3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System message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512" name="tc-b3">
            <a:extLst>
              <a:ext uri="{FF2B5EF4-FFF2-40B4-BE49-F238E27FC236}">
                <a16:creationId xmlns:a16="http://schemas.microsoft.com/office/drawing/2014/main" id="{95E59DBC-DDBF-DF40-595C-E4D81D3F5CA7}"/>
              </a:ext>
            </a:extLst>
          </p:cNvPr>
          <p:cNvSpPr/>
          <p:nvPr/>
        </p:nvSpPr>
        <p:spPr>
          <a:xfrm>
            <a:off x="8284646" y="2408872"/>
            <a:ext cx="3447106" cy="212000"/>
          </a:xfrm>
          <a:prstGeom prst="rect">
            <a:avLst/>
          </a:prstGeom>
          <a:solidFill>
            <a:srgbClr val="EBEFF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7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Conversation turns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529" name="tc-bdiv">
            <a:extLst>
              <a:ext uri="{FF2B5EF4-FFF2-40B4-BE49-F238E27FC236}">
                <a16:creationId xmlns:a16="http://schemas.microsoft.com/office/drawing/2014/main" id="{B84D3A0A-29D0-E47A-B8CB-D6C308892489}"/>
              </a:ext>
            </a:extLst>
          </p:cNvPr>
          <p:cNvSpPr/>
          <p:nvPr/>
        </p:nvSpPr>
        <p:spPr>
          <a:xfrm>
            <a:off x="7148098" y="2408872"/>
            <a:ext cx="12700" cy="2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47" name="tc-brule">
            <a:extLst>
              <a:ext uri="{FF2B5EF4-FFF2-40B4-BE49-F238E27FC236}">
                <a16:creationId xmlns:a16="http://schemas.microsoft.com/office/drawing/2014/main" id="{89071109-CE4F-AED9-F501-1896E2CF0F73}"/>
              </a:ext>
            </a:extLst>
          </p:cNvPr>
          <p:cNvSpPr/>
          <p:nvPr/>
        </p:nvSpPr>
        <p:spPr>
          <a:xfrm>
            <a:off x="8612276" y="2392872"/>
            <a:ext cx="22860" cy="228000"/>
          </a:xfrm>
          <a:prstGeom prst="rect">
            <a:avLst/>
          </a:prstGeom>
          <a:solidFill>
            <a:srgbClr val="00B39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66" name="tc-capB">
            <a:extLst>
              <a:ext uri="{FF2B5EF4-FFF2-40B4-BE49-F238E27FC236}">
                <a16:creationId xmlns:a16="http://schemas.microsoft.com/office/drawing/2014/main" id="{4D814750-A94E-7754-78DC-59D73395FEE7}"/>
              </a:ext>
            </a:extLst>
          </p:cNvPr>
          <p:cNvSpPr/>
          <p:nvPr/>
        </p:nvSpPr>
        <p:spPr>
          <a:xfrm>
            <a:off x="6080760" y="2620872"/>
            <a:ext cx="5650992" cy="2291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The minimum is reached inside conversation turns, which must then also be identical across requests.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22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5" name="Rectangle 6914">
            <a:extLst>
              <a:ext uri="{FF2B5EF4-FFF2-40B4-BE49-F238E27FC236}">
                <a16:creationId xmlns:a16="http://schemas.microsoft.com/office/drawing/2014/main" id="{5C123262-9593-B42A-A47C-DC772477BFF2}"/>
              </a:ext>
            </a:extLst>
          </p:cNvPr>
          <p:cNvSpPr/>
          <p:nvPr/>
        </p:nvSpPr>
        <p:spPr>
          <a:xfrm>
            <a:off x="457200" y="201168"/>
            <a:ext cx="8229600" cy="371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 spc="15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CONFIGURATION</a:t>
            </a:r>
            <a:endParaRPr lang="en-US"/>
          </a:p>
        </p:txBody>
      </p:sp>
      <p:sp>
        <p:nvSpPr>
          <p:cNvPr id="6917" name="Rectangle 6916">
            <a:extLst>
              <a:ext uri="{FF2B5EF4-FFF2-40B4-BE49-F238E27FC236}">
                <a16:creationId xmlns:a16="http://schemas.microsoft.com/office/drawing/2014/main" id="{85864770-EE46-5F82-F5F1-4B89CDA1B78E}"/>
              </a:ext>
            </a:extLst>
          </p:cNvPr>
          <p:cNvSpPr/>
          <p:nvPr/>
        </p:nvSpPr>
        <p:spPr>
          <a:xfrm>
            <a:off x="457200" y="411480"/>
            <a:ext cx="1078992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Configuration options</a:t>
            </a:r>
            <a:endParaRPr lang="en-US"/>
          </a:p>
        </p:txBody>
      </p:sp>
      <p:sp>
        <p:nvSpPr>
          <p:cNvPr id="6920" name="Rectangle 6919">
            <a:extLst>
              <a:ext uri="{FF2B5EF4-FFF2-40B4-BE49-F238E27FC236}">
                <a16:creationId xmlns:a16="http://schemas.microsoft.com/office/drawing/2014/main" id="{091B3FE0-F98B-606A-701B-51C7DE6BAABC}"/>
              </a:ext>
            </a:extLst>
          </p:cNvPr>
          <p:cNvSpPr/>
          <p:nvPr/>
        </p:nvSpPr>
        <p:spPr>
          <a:xfrm>
            <a:off x="457200" y="914400"/>
            <a:ext cx="10972800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Caching mode, deployment type and retention control. Content after a breakpoint can change without invalidating the cached prefix.</a:t>
            </a:r>
            <a:endParaRPr lang="en-US"/>
          </a:p>
        </p:txBody>
      </p:sp>
      <p:sp>
        <p:nvSpPr>
          <p:cNvPr id="6924" name="Rectangle 6923">
            <a:extLst>
              <a:ext uri="{FF2B5EF4-FFF2-40B4-BE49-F238E27FC236}">
                <a16:creationId xmlns:a16="http://schemas.microsoft.com/office/drawing/2014/main" id="{395CD0FB-124A-0E66-7C4C-FA636E323E6D}"/>
              </a:ext>
            </a:extLst>
          </p:cNvPr>
          <p:cNvSpPr/>
          <p:nvPr/>
        </p:nvSpPr>
        <p:spPr>
          <a:xfrm>
            <a:off x="457200" y="5760720"/>
            <a:ext cx="722376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Source: Learn · azure/foundry/openai/how-to/prompt-caching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929" name="Rectangle 6928">
            <a:extLst>
              <a:ext uri="{FF2B5EF4-FFF2-40B4-BE49-F238E27FC236}">
                <a16:creationId xmlns:a16="http://schemas.microsoft.com/office/drawing/2014/main" id="{EDCA4475-3724-565F-FB55-2E318A66FABD}"/>
              </a:ext>
            </a:extLst>
          </p:cNvPr>
          <p:cNvSpPr/>
          <p:nvPr/>
        </p:nvSpPr>
        <p:spPr>
          <a:xfrm>
            <a:off x="7772400" y="5760720"/>
            <a:ext cx="3962095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Prompt caching · September 2026 · 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935" name="Rectangle 6934">
            <a:extLst>
              <a:ext uri="{FF2B5EF4-FFF2-40B4-BE49-F238E27FC236}">
                <a16:creationId xmlns:a16="http://schemas.microsoft.com/office/drawing/2014/main" id="{C7B0EDFC-5706-2614-2C9E-B15D2006B01F}"/>
              </a:ext>
            </a:extLst>
          </p:cNvPr>
          <p:cNvSpPr/>
          <p:nvPr/>
        </p:nvSpPr>
        <p:spPr>
          <a:xfrm>
            <a:off x="457200" y="1261872"/>
            <a:ext cx="1371600" cy="949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Caching mode</a:t>
            </a:r>
            <a:endParaRPr lang="en-US"/>
          </a:p>
        </p:txBody>
      </p:sp>
      <p:sp>
        <p:nvSpPr>
          <p:cNvPr id="6942" name="Rectangle 6941">
            <a:extLst>
              <a:ext uri="{FF2B5EF4-FFF2-40B4-BE49-F238E27FC236}">
                <a16:creationId xmlns:a16="http://schemas.microsoft.com/office/drawing/2014/main" id="{A5DD4E1C-2377-1069-2997-A153A589E4BB}"/>
              </a:ext>
            </a:extLst>
          </p:cNvPr>
          <p:cNvSpPr/>
          <p:nvPr/>
        </p:nvSpPr>
        <p:spPr>
          <a:xfrm>
            <a:off x="1965960" y="1261872"/>
            <a:ext cx="4800600" cy="949325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0" name="Rectangle 6949">
            <a:extLst>
              <a:ext uri="{FF2B5EF4-FFF2-40B4-BE49-F238E27FC236}">
                <a16:creationId xmlns:a16="http://schemas.microsoft.com/office/drawing/2014/main" id="{D42ACA32-2B21-6084-C06B-98F4A536EC14}"/>
              </a:ext>
            </a:extLst>
          </p:cNvPr>
          <p:cNvSpPr/>
          <p:nvPr/>
        </p:nvSpPr>
        <p:spPr>
          <a:xfrm>
            <a:off x="1965960" y="1261872"/>
            <a:ext cx="45720" cy="949325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9" name="Rectangle 6958">
            <a:extLst>
              <a:ext uri="{FF2B5EF4-FFF2-40B4-BE49-F238E27FC236}">
                <a16:creationId xmlns:a16="http://schemas.microsoft.com/office/drawing/2014/main" id="{F5F2F058-4900-F8FE-D587-5ED1F36186B3}"/>
              </a:ext>
            </a:extLst>
          </p:cNvPr>
          <p:cNvSpPr/>
          <p:nvPr/>
        </p:nvSpPr>
        <p:spPr>
          <a:xfrm>
            <a:off x="2240280" y="1316736"/>
            <a:ext cx="4251960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Implicit — the default</a:t>
            </a:r>
            <a:endParaRPr lang="en-US"/>
          </a:p>
        </p:txBody>
      </p:sp>
      <p:sp>
        <p:nvSpPr>
          <p:cNvPr id="6969" name="Rectangle 6968">
            <a:extLst>
              <a:ext uri="{FF2B5EF4-FFF2-40B4-BE49-F238E27FC236}">
                <a16:creationId xmlns:a16="http://schemas.microsoft.com/office/drawing/2014/main" id="{A96865C8-00AE-1CDA-78D8-F64D193741E0}"/>
              </a:ext>
            </a:extLst>
          </p:cNvPr>
          <p:cNvSpPr/>
          <p:nvPr/>
        </p:nvSpPr>
        <p:spPr>
          <a:xfrm>
            <a:off x="2240280" y="1699260"/>
            <a:ext cx="4251960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A breakpoint is placed on the latest message. Explicit breakpoints supplied in the request are also used.</a:t>
            </a:r>
            <a:endParaRPr lang="en-US"/>
          </a:p>
        </p:txBody>
      </p:sp>
      <p:sp>
        <p:nvSpPr>
          <p:cNvPr id="6980" name="Rectangle 6979">
            <a:extLst>
              <a:ext uri="{FF2B5EF4-FFF2-40B4-BE49-F238E27FC236}">
                <a16:creationId xmlns:a16="http://schemas.microsoft.com/office/drawing/2014/main" id="{76ACE4C1-630A-2B80-ABF8-8175F6413951}"/>
              </a:ext>
            </a:extLst>
          </p:cNvPr>
          <p:cNvSpPr/>
          <p:nvPr/>
        </p:nvSpPr>
        <p:spPr>
          <a:xfrm>
            <a:off x="6931152" y="1261872"/>
            <a:ext cx="4800600" cy="949325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2" name="Rectangle 6991">
            <a:extLst>
              <a:ext uri="{FF2B5EF4-FFF2-40B4-BE49-F238E27FC236}">
                <a16:creationId xmlns:a16="http://schemas.microsoft.com/office/drawing/2014/main" id="{E82EADA0-B4D6-8FEE-D1FC-5B58EB3641A4}"/>
              </a:ext>
            </a:extLst>
          </p:cNvPr>
          <p:cNvSpPr/>
          <p:nvPr/>
        </p:nvSpPr>
        <p:spPr>
          <a:xfrm>
            <a:off x="6931152" y="1261872"/>
            <a:ext cx="45720" cy="949325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05" name="Rectangle 7004">
            <a:extLst>
              <a:ext uri="{FF2B5EF4-FFF2-40B4-BE49-F238E27FC236}">
                <a16:creationId xmlns:a16="http://schemas.microsoft.com/office/drawing/2014/main" id="{FDE4EEAE-10EF-E6FF-A359-0E8E4ED0F877}"/>
              </a:ext>
            </a:extLst>
          </p:cNvPr>
          <p:cNvSpPr/>
          <p:nvPr/>
        </p:nvSpPr>
        <p:spPr>
          <a:xfrm>
            <a:off x="7205472" y="1316736"/>
            <a:ext cx="4251960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Explicit</a:t>
            </a:r>
            <a:endParaRPr lang="en-US"/>
          </a:p>
        </p:txBody>
      </p:sp>
      <p:sp>
        <p:nvSpPr>
          <p:cNvPr id="7019" name="Rectangle 7018">
            <a:extLst>
              <a:ext uri="{FF2B5EF4-FFF2-40B4-BE49-F238E27FC236}">
                <a16:creationId xmlns:a16="http://schemas.microsoft.com/office/drawing/2014/main" id="{21FF3ABE-DA53-C61B-5CC4-68F70A67087B}"/>
              </a:ext>
            </a:extLst>
          </p:cNvPr>
          <p:cNvSpPr/>
          <p:nvPr/>
        </p:nvSpPr>
        <p:spPr>
          <a:xfrm>
            <a:off x="7205472" y="1699260"/>
            <a:ext cx="4251960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Only explicit breakpoints are used for cache reads and writes. A request without one does not use caching and incurs no cache-write charge.</a:t>
            </a:r>
            <a:endParaRPr lang="en-US"/>
          </a:p>
        </p:txBody>
      </p:sp>
      <p:sp>
        <p:nvSpPr>
          <p:cNvPr id="7034" name="Rectangle 7033">
            <a:extLst>
              <a:ext uri="{FF2B5EF4-FFF2-40B4-BE49-F238E27FC236}">
                <a16:creationId xmlns:a16="http://schemas.microsoft.com/office/drawing/2014/main" id="{167ACC24-2510-7CB5-892E-F475F8A0E1A1}"/>
              </a:ext>
            </a:extLst>
          </p:cNvPr>
          <p:cNvSpPr/>
          <p:nvPr/>
        </p:nvSpPr>
        <p:spPr>
          <a:xfrm>
            <a:off x="457200" y="2266061"/>
            <a:ext cx="1371600" cy="949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Deployment type</a:t>
            </a:r>
            <a:endParaRPr lang="en-US"/>
          </a:p>
        </p:txBody>
      </p:sp>
      <p:sp>
        <p:nvSpPr>
          <p:cNvPr id="7050" name="Rectangle 7049">
            <a:extLst>
              <a:ext uri="{FF2B5EF4-FFF2-40B4-BE49-F238E27FC236}">
                <a16:creationId xmlns:a16="http://schemas.microsoft.com/office/drawing/2014/main" id="{E260C3B0-9317-C182-ECCC-C10B7D3BB596}"/>
              </a:ext>
            </a:extLst>
          </p:cNvPr>
          <p:cNvSpPr/>
          <p:nvPr/>
        </p:nvSpPr>
        <p:spPr>
          <a:xfrm>
            <a:off x="1965960" y="2266061"/>
            <a:ext cx="4800600" cy="949325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7" name="Rectangle 7066">
            <a:extLst>
              <a:ext uri="{FF2B5EF4-FFF2-40B4-BE49-F238E27FC236}">
                <a16:creationId xmlns:a16="http://schemas.microsoft.com/office/drawing/2014/main" id="{A1A12287-4B5C-A902-9882-8E4287CB7BDB}"/>
              </a:ext>
            </a:extLst>
          </p:cNvPr>
          <p:cNvSpPr/>
          <p:nvPr/>
        </p:nvSpPr>
        <p:spPr>
          <a:xfrm>
            <a:off x="1965960" y="2266061"/>
            <a:ext cx="45720" cy="949325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5" name="Rectangle 7084">
            <a:extLst>
              <a:ext uri="{FF2B5EF4-FFF2-40B4-BE49-F238E27FC236}">
                <a16:creationId xmlns:a16="http://schemas.microsoft.com/office/drawing/2014/main" id="{FA629F20-B4B4-C061-1810-B4E0291EFC76}"/>
              </a:ext>
            </a:extLst>
          </p:cNvPr>
          <p:cNvSpPr/>
          <p:nvPr/>
        </p:nvSpPr>
        <p:spPr>
          <a:xfrm>
            <a:off x="2240280" y="2320925"/>
            <a:ext cx="4251960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Standard pay-as-you-go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04" name="Rectangle 7103">
            <a:extLst>
              <a:ext uri="{FF2B5EF4-FFF2-40B4-BE49-F238E27FC236}">
                <a16:creationId xmlns:a16="http://schemas.microsoft.com/office/drawing/2014/main" id="{3FE99E7B-9830-16B5-E5A9-CE5CE7606CEC}"/>
              </a:ext>
            </a:extLst>
          </p:cNvPr>
          <p:cNvSpPr/>
          <p:nvPr/>
        </p:nvSpPr>
        <p:spPr>
          <a:xfrm>
            <a:off x="2240280" y="2703449"/>
            <a:ext cx="4251960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Supports prompt cache breakpoints and reports cache_write_tokens. Cache reads are billed at a discount on input token pricing.</a:t>
            </a:r>
            <a:endParaRPr lang="en-US"/>
          </a:p>
        </p:txBody>
      </p:sp>
      <p:sp>
        <p:nvSpPr>
          <p:cNvPr id="7124" name="Rectangle 7123">
            <a:extLst>
              <a:ext uri="{FF2B5EF4-FFF2-40B4-BE49-F238E27FC236}">
                <a16:creationId xmlns:a16="http://schemas.microsoft.com/office/drawing/2014/main" id="{023FF3F0-A8B8-D8F0-4787-071D5053585A}"/>
              </a:ext>
            </a:extLst>
          </p:cNvPr>
          <p:cNvSpPr/>
          <p:nvPr/>
        </p:nvSpPr>
        <p:spPr>
          <a:xfrm>
            <a:off x="6931152" y="2266061"/>
            <a:ext cx="4800600" cy="949325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45" name="Rectangle 7144">
            <a:extLst>
              <a:ext uri="{FF2B5EF4-FFF2-40B4-BE49-F238E27FC236}">
                <a16:creationId xmlns:a16="http://schemas.microsoft.com/office/drawing/2014/main" id="{A7D4B825-4745-C950-ADE1-9DA5EDADD967}"/>
              </a:ext>
            </a:extLst>
          </p:cNvPr>
          <p:cNvSpPr/>
          <p:nvPr/>
        </p:nvSpPr>
        <p:spPr>
          <a:xfrm>
            <a:off x="6931152" y="2266061"/>
            <a:ext cx="45720" cy="949325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7" name="Rectangle 7166">
            <a:extLst>
              <a:ext uri="{FF2B5EF4-FFF2-40B4-BE49-F238E27FC236}">
                <a16:creationId xmlns:a16="http://schemas.microsoft.com/office/drawing/2014/main" id="{FC8A258F-F5C9-1658-A218-039E0B03889C}"/>
              </a:ext>
            </a:extLst>
          </p:cNvPr>
          <p:cNvSpPr/>
          <p:nvPr/>
        </p:nvSpPr>
        <p:spPr>
          <a:xfrm>
            <a:off x="7205472" y="2320925"/>
            <a:ext cx="4251960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Provisioned Throughput managed (PTU-M)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CA13DBE5-CA7B-A464-1C1B-74E28B852E63}"/>
              </a:ext>
            </a:extLst>
          </p:cNvPr>
          <p:cNvSpPr/>
          <p:nvPr/>
        </p:nvSpPr>
        <p:spPr>
          <a:xfrm>
            <a:off x="7205472" y="2703449"/>
            <a:ext cx="4251960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Supports prompt caching. Does not support breakpoints or report cache_write_tokens. Up to 100% discount on input tokens.</a:t>
            </a:r>
            <a:endParaRPr lang="en-US"/>
          </a:p>
        </p:txBody>
      </p:sp>
      <p:sp>
        <p:nvSpPr>
          <p:cNvPr id="7214" name="Rectangle 7213">
            <a:extLst>
              <a:ext uri="{FF2B5EF4-FFF2-40B4-BE49-F238E27FC236}">
                <a16:creationId xmlns:a16="http://schemas.microsoft.com/office/drawing/2014/main" id="{DC7DCE53-CEED-853C-FA7C-090B29BFEB5B}"/>
              </a:ext>
            </a:extLst>
          </p:cNvPr>
          <p:cNvSpPr/>
          <p:nvPr/>
        </p:nvSpPr>
        <p:spPr>
          <a:xfrm>
            <a:off x="457200" y="3270250"/>
            <a:ext cx="1371600" cy="9493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Retention control</a:t>
            </a:r>
            <a:endParaRPr lang="en-US"/>
          </a:p>
        </p:txBody>
      </p:sp>
      <p:sp>
        <p:nvSpPr>
          <p:cNvPr id="7239" name="Rectangle 7238">
            <a:extLst>
              <a:ext uri="{FF2B5EF4-FFF2-40B4-BE49-F238E27FC236}">
                <a16:creationId xmlns:a16="http://schemas.microsoft.com/office/drawing/2014/main" id="{AA0C8DE0-58FE-8F01-8F28-0DBA2904ED08}"/>
              </a:ext>
            </a:extLst>
          </p:cNvPr>
          <p:cNvSpPr/>
          <p:nvPr/>
        </p:nvSpPr>
        <p:spPr>
          <a:xfrm>
            <a:off x="1965960" y="3270250"/>
            <a:ext cx="4800600" cy="949325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5" name="Rectangle 7264">
            <a:extLst>
              <a:ext uri="{FF2B5EF4-FFF2-40B4-BE49-F238E27FC236}">
                <a16:creationId xmlns:a16="http://schemas.microsoft.com/office/drawing/2014/main" id="{8D3DD220-1F10-6981-E0A6-4B2CA22BC01E}"/>
              </a:ext>
            </a:extLst>
          </p:cNvPr>
          <p:cNvSpPr/>
          <p:nvPr/>
        </p:nvSpPr>
        <p:spPr>
          <a:xfrm>
            <a:off x="1965960" y="3270250"/>
            <a:ext cx="45720" cy="949325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2" name="Rectangle 7291">
            <a:extLst>
              <a:ext uri="{FF2B5EF4-FFF2-40B4-BE49-F238E27FC236}">
                <a16:creationId xmlns:a16="http://schemas.microsoft.com/office/drawing/2014/main" id="{EF8CF521-482E-1D14-4EE2-9D8B8A024DF2}"/>
              </a:ext>
            </a:extLst>
          </p:cNvPr>
          <p:cNvSpPr/>
          <p:nvPr/>
        </p:nvSpPr>
        <p:spPr>
          <a:xfrm>
            <a:off x="2240280" y="3325114"/>
            <a:ext cx="4251960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prompt_cache_options.ttl — GPT-5.6 and later</a:t>
            </a:r>
            <a:endParaRPr lang="en-US"/>
          </a:p>
        </p:txBody>
      </p:sp>
      <p:sp>
        <p:nvSpPr>
          <p:cNvPr id="7320" name="Rectangle 7319">
            <a:extLst>
              <a:ext uri="{FF2B5EF4-FFF2-40B4-BE49-F238E27FC236}">
                <a16:creationId xmlns:a16="http://schemas.microsoft.com/office/drawing/2014/main" id="{7E2CF223-8AC1-F3AD-3274-E1550EB172BD}"/>
              </a:ext>
            </a:extLst>
          </p:cNvPr>
          <p:cNvSpPr/>
          <p:nvPr/>
        </p:nvSpPr>
        <p:spPr>
          <a:xfrm>
            <a:off x="2240280" y="3707638"/>
            <a:ext cx="4251960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Sets a minimum cache lifetime. 30m is the default and the only supported value. A cached prefix may be retained longer.</a:t>
            </a:r>
            <a:endParaRPr lang="en-US"/>
          </a:p>
        </p:txBody>
      </p:sp>
      <p:sp>
        <p:nvSpPr>
          <p:cNvPr id="7349" name="Rectangle 7348">
            <a:extLst>
              <a:ext uri="{FF2B5EF4-FFF2-40B4-BE49-F238E27FC236}">
                <a16:creationId xmlns:a16="http://schemas.microsoft.com/office/drawing/2014/main" id="{17BACF43-2CBE-53BE-D62D-6F953A3FFE05}"/>
              </a:ext>
            </a:extLst>
          </p:cNvPr>
          <p:cNvSpPr/>
          <p:nvPr/>
        </p:nvSpPr>
        <p:spPr>
          <a:xfrm>
            <a:off x="6931152" y="3270250"/>
            <a:ext cx="4800600" cy="949325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9" name="Rectangle 7378">
            <a:extLst>
              <a:ext uri="{FF2B5EF4-FFF2-40B4-BE49-F238E27FC236}">
                <a16:creationId xmlns:a16="http://schemas.microsoft.com/office/drawing/2014/main" id="{0C4AC62D-08E8-DF3C-73E8-C893E4A5BB7C}"/>
              </a:ext>
            </a:extLst>
          </p:cNvPr>
          <p:cNvSpPr/>
          <p:nvPr/>
        </p:nvSpPr>
        <p:spPr>
          <a:xfrm>
            <a:off x="6931152" y="3270250"/>
            <a:ext cx="45720" cy="949325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0" name="Rectangle 7409">
            <a:extLst>
              <a:ext uri="{FF2B5EF4-FFF2-40B4-BE49-F238E27FC236}">
                <a16:creationId xmlns:a16="http://schemas.microsoft.com/office/drawing/2014/main" id="{93F03E0E-DD28-D3BC-4C28-823F4C936405}"/>
              </a:ext>
            </a:extLst>
          </p:cNvPr>
          <p:cNvSpPr/>
          <p:nvPr/>
        </p:nvSpPr>
        <p:spPr>
          <a:xfrm>
            <a:off x="7205472" y="3325114"/>
            <a:ext cx="4251960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prompt_cache_retention — earlier models</a:t>
            </a:r>
            <a:endParaRPr lang="en-US"/>
          </a:p>
        </p:txBody>
      </p:sp>
      <p:sp>
        <p:nvSpPr>
          <p:cNvPr id="7442" name="Rectangle 7441">
            <a:extLst>
              <a:ext uri="{FF2B5EF4-FFF2-40B4-BE49-F238E27FC236}">
                <a16:creationId xmlns:a16="http://schemas.microsoft.com/office/drawing/2014/main" id="{274DD062-0653-4AAE-68D0-EFE4300B41A9}"/>
              </a:ext>
            </a:extLst>
          </p:cNvPr>
          <p:cNvSpPr/>
          <p:nvPr/>
        </p:nvSpPr>
        <p:spPr>
          <a:xfrm>
            <a:off x="7205472" y="3707638"/>
            <a:ext cx="4251960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Selects a maximum-retention policy. Deprecated and not applicable on GPT-5.6 and later.</a:t>
            </a:r>
            <a:endParaRPr lang="en-US"/>
          </a:p>
        </p:txBody>
      </p:sp>
      <p:sp>
        <p:nvSpPr>
          <p:cNvPr id="7475" name="Rectangle 7474">
            <a:extLst>
              <a:ext uri="{FF2B5EF4-FFF2-40B4-BE49-F238E27FC236}">
                <a16:creationId xmlns:a16="http://schemas.microsoft.com/office/drawing/2014/main" id="{97D8C4FA-A3E2-ADE7-33F8-0744DD9BE38D}"/>
              </a:ext>
            </a:extLst>
          </p:cNvPr>
          <p:cNvSpPr/>
          <p:nvPr/>
        </p:nvSpPr>
        <p:spPr>
          <a:xfrm>
            <a:off x="457200" y="4329303"/>
            <a:ext cx="8229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50" b="1" spc="130">
                <a:solidFill>
                  <a:srgbClr val="008173"/>
                </a:solidFill>
                <a:effectLst/>
                <a:latin typeface="Segoe UI" panose="020B0502040204020203" pitchFamily="34" charset="0"/>
              </a:rPr>
              <a:t>MODEL FAMILY DIFFERENCES — GPT-5.6 AND LATER COMPARED WITH GPT-5.5 AND EARLIER</a:t>
            </a:r>
            <a:endParaRPr lang="en-US"/>
          </a:p>
        </p:txBody>
      </p:sp>
      <p:sp>
        <p:nvSpPr>
          <p:cNvPr id="7509" name="Rectangle 7508">
            <a:extLst>
              <a:ext uri="{FF2B5EF4-FFF2-40B4-BE49-F238E27FC236}">
                <a16:creationId xmlns:a16="http://schemas.microsoft.com/office/drawing/2014/main" id="{7B9B146E-7D0B-407A-E0B2-898D911A06E0}"/>
              </a:ext>
            </a:extLst>
          </p:cNvPr>
          <p:cNvSpPr/>
          <p:nvPr/>
        </p:nvSpPr>
        <p:spPr>
          <a:xfrm>
            <a:off x="457200" y="4603623"/>
            <a:ext cx="2695880" cy="927926"/>
          </a:xfrm>
          <a:prstGeom prst="rect">
            <a:avLst/>
          </a:prstGeom>
          <a:solidFill>
            <a:srgbClr val="EBEFF7"/>
          </a:solidFill>
          <a:ln w="9525">
            <a:solidFill>
              <a:srgbClr val="D5DCE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44" name="Rectangle 7543">
            <a:extLst>
              <a:ext uri="{FF2B5EF4-FFF2-40B4-BE49-F238E27FC236}">
                <a16:creationId xmlns:a16="http://schemas.microsoft.com/office/drawing/2014/main" id="{9547B331-D121-97F1-EED0-F85509D29971}"/>
              </a:ext>
            </a:extLst>
          </p:cNvPr>
          <p:cNvSpPr/>
          <p:nvPr/>
        </p:nvSpPr>
        <p:spPr>
          <a:xfrm>
            <a:off x="658368" y="4695063"/>
            <a:ext cx="2293544" cy="3221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Explicit breakpoints</a:t>
            </a:r>
            <a:endParaRPr lang="en-US"/>
          </a:p>
        </p:txBody>
      </p:sp>
      <p:sp>
        <p:nvSpPr>
          <p:cNvPr id="7580" name="Rectangle 7579">
            <a:extLst>
              <a:ext uri="{FF2B5EF4-FFF2-40B4-BE49-F238E27FC236}">
                <a16:creationId xmlns:a16="http://schemas.microsoft.com/office/drawing/2014/main" id="{2AA7CC83-3D3C-6F7F-01A1-C6185915541F}"/>
              </a:ext>
            </a:extLst>
          </p:cNvPr>
          <p:cNvSpPr/>
          <p:nvPr/>
        </p:nvSpPr>
        <p:spPr>
          <a:xfrm>
            <a:off x="658368" y="4998910"/>
            <a:ext cx="2293544" cy="441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Supported on GPT-5.6 and later. Earlier models return a 400 error.</a:t>
            </a:r>
            <a:endParaRPr lang="en-US"/>
          </a:p>
        </p:txBody>
      </p:sp>
      <p:sp>
        <p:nvSpPr>
          <p:cNvPr id="7617" name="Rectangle 7616">
            <a:extLst>
              <a:ext uri="{FF2B5EF4-FFF2-40B4-BE49-F238E27FC236}">
                <a16:creationId xmlns:a16="http://schemas.microsoft.com/office/drawing/2014/main" id="{1A0EE829-71BE-AC73-18B2-527359218A10}"/>
              </a:ext>
            </a:extLst>
          </p:cNvPr>
          <p:cNvSpPr/>
          <p:nvPr/>
        </p:nvSpPr>
        <p:spPr>
          <a:xfrm>
            <a:off x="3317672" y="4603623"/>
            <a:ext cx="2695880" cy="927926"/>
          </a:xfrm>
          <a:prstGeom prst="rect">
            <a:avLst/>
          </a:prstGeom>
          <a:solidFill>
            <a:srgbClr val="EBEFF7"/>
          </a:solidFill>
          <a:ln w="9525">
            <a:solidFill>
              <a:srgbClr val="D5DCE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55" name="Rectangle 7654">
            <a:extLst>
              <a:ext uri="{FF2B5EF4-FFF2-40B4-BE49-F238E27FC236}">
                <a16:creationId xmlns:a16="http://schemas.microsoft.com/office/drawing/2014/main" id="{13187E66-359A-0F8F-EA5D-DCF4201B7F82}"/>
              </a:ext>
            </a:extLst>
          </p:cNvPr>
          <p:cNvSpPr/>
          <p:nvPr/>
        </p:nvSpPr>
        <p:spPr>
          <a:xfrm>
            <a:off x="3518840" y="4695063"/>
            <a:ext cx="2293544" cy="3221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Cache writes</a:t>
            </a:r>
            <a:endParaRPr lang="en-US"/>
          </a:p>
        </p:txBody>
      </p:sp>
      <p:sp>
        <p:nvSpPr>
          <p:cNvPr id="7694" name="Rectangle 7693">
            <a:extLst>
              <a:ext uri="{FF2B5EF4-FFF2-40B4-BE49-F238E27FC236}">
                <a16:creationId xmlns:a16="http://schemas.microsoft.com/office/drawing/2014/main" id="{5AB36C34-022A-159E-5C81-73B64C272090}"/>
              </a:ext>
            </a:extLst>
          </p:cNvPr>
          <p:cNvSpPr/>
          <p:nvPr/>
        </p:nvSpPr>
        <p:spPr>
          <a:xfrm>
            <a:off x="3518840" y="4998910"/>
            <a:ext cx="2293544" cy="441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May incur charges on GPT-5.6 and later. No additional charge on earlier models.</a:t>
            </a:r>
            <a:endParaRPr lang="en-US"/>
          </a:p>
        </p:txBody>
      </p:sp>
      <p:sp>
        <p:nvSpPr>
          <p:cNvPr id="7734" name="Rectangle 7733">
            <a:extLst>
              <a:ext uri="{FF2B5EF4-FFF2-40B4-BE49-F238E27FC236}">
                <a16:creationId xmlns:a16="http://schemas.microsoft.com/office/drawing/2014/main" id="{E555E204-0D8C-A22B-46AF-A5F5D1EEE58D}"/>
              </a:ext>
            </a:extLst>
          </p:cNvPr>
          <p:cNvSpPr/>
          <p:nvPr/>
        </p:nvSpPr>
        <p:spPr>
          <a:xfrm>
            <a:off x="6178144" y="4603623"/>
            <a:ext cx="2695880" cy="927926"/>
          </a:xfrm>
          <a:prstGeom prst="rect">
            <a:avLst/>
          </a:prstGeom>
          <a:solidFill>
            <a:srgbClr val="EBEFF7"/>
          </a:solidFill>
          <a:ln w="9525">
            <a:solidFill>
              <a:srgbClr val="D5DCE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5" name="Rectangle 7774">
            <a:extLst>
              <a:ext uri="{FF2B5EF4-FFF2-40B4-BE49-F238E27FC236}">
                <a16:creationId xmlns:a16="http://schemas.microsoft.com/office/drawing/2014/main" id="{FB77998B-137B-E50B-6411-59F723F1104A}"/>
              </a:ext>
            </a:extLst>
          </p:cNvPr>
          <p:cNvSpPr/>
          <p:nvPr/>
        </p:nvSpPr>
        <p:spPr>
          <a:xfrm>
            <a:off x="6379312" y="4695063"/>
            <a:ext cx="2293544" cy="3221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Cached-token reporting</a:t>
            </a:r>
            <a:endParaRPr lang="en-US"/>
          </a:p>
        </p:txBody>
      </p:sp>
      <p:sp>
        <p:nvSpPr>
          <p:cNvPr id="7817" name="Rectangle 7816">
            <a:extLst>
              <a:ext uri="{FF2B5EF4-FFF2-40B4-BE49-F238E27FC236}">
                <a16:creationId xmlns:a16="http://schemas.microsoft.com/office/drawing/2014/main" id="{9CBEC73F-159C-EA72-759E-F876786F8778}"/>
              </a:ext>
            </a:extLst>
          </p:cNvPr>
          <p:cNvSpPr/>
          <p:nvPr/>
        </p:nvSpPr>
        <p:spPr>
          <a:xfrm>
            <a:off x="6379312" y="4998910"/>
            <a:ext cx="2293544" cy="441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Exact on GPT-5.6 and later. Rounded down to 128-token increments on earlier models.</a:t>
            </a:r>
            <a:endParaRPr lang="en-US"/>
          </a:p>
        </p:txBody>
      </p:sp>
      <p:sp>
        <p:nvSpPr>
          <p:cNvPr id="7860" name="Rectangle 7859">
            <a:extLst>
              <a:ext uri="{FF2B5EF4-FFF2-40B4-BE49-F238E27FC236}">
                <a16:creationId xmlns:a16="http://schemas.microsoft.com/office/drawing/2014/main" id="{6C437B90-5939-0F1C-611E-69541BA8B000}"/>
              </a:ext>
            </a:extLst>
          </p:cNvPr>
          <p:cNvSpPr/>
          <p:nvPr/>
        </p:nvSpPr>
        <p:spPr>
          <a:xfrm>
            <a:off x="9038615" y="4603623"/>
            <a:ext cx="2695880" cy="927926"/>
          </a:xfrm>
          <a:prstGeom prst="rect">
            <a:avLst/>
          </a:prstGeom>
          <a:solidFill>
            <a:srgbClr val="EBEFF7"/>
          </a:solidFill>
          <a:ln w="9525">
            <a:solidFill>
              <a:srgbClr val="D5DCE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4" name="Rectangle 7903">
            <a:extLst>
              <a:ext uri="{FF2B5EF4-FFF2-40B4-BE49-F238E27FC236}">
                <a16:creationId xmlns:a16="http://schemas.microsoft.com/office/drawing/2014/main" id="{72C83F6F-A26B-F845-144F-AFD6BC1D8FDD}"/>
              </a:ext>
            </a:extLst>
          </p:cNvPr>
          <p:cNvSpPr/>
          <p:nvPr/>
        </p:nvSpPr>
        <p:spPr>
          <a:xfrm>
            <a:off x="9239783" y="4695063"/>
            <a:ext cx="2293544" cy="3221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Extended retention</a:t>
            </a:r>
            <a:endParaRPr lang="en-US"/>
          </a:p>
        </p:txBody>
      </p:sp>
      <p:sp>
        <p:nvSpPr>
          <p:cNvPr id="7949" name="Rectangle 7948">
            <a:extLst>
              <a:ext uri="{FF2B5EF4-FFF2-40B4-BE49-F238E27FC236}">
                <a16:creationId xmlns:a16="http://schemas.microsoft.com/office/drawing/2014/main" id="{E54E07B9-0BBC-C09A-A2DD-9F6665F22FCA}"/>
              </a:ext>
            </a:extLst>
          </p:cNvPr>
          <p:cNvSpPr/>
          <p:nvPr/>
        </p:nvSpPr>
        <p:spPr>
          <a:xfrm>
            <a:off x="9239783" y="4998910"/>
            <a:ext cx="2293544" cy="441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Available on a published list of earlier models. Enabled by default for gpt-5.5.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0" name="Rectangle 7949">
            <a:extLst>
              <a:ext uri="{FF2B5EF4-FFF2-40B4-BE49-F238E27FC236}">
                <a16:creationId xmlns:a16="http://schemas.microsoft.com/office/drawing/2014/main" id="{3EAAE0F9-D16E-0D37-D92A-A95C11F30CC8}"/>
              </a:ext>
            </a:extLst>
          </p:cNvPr>
          <p:cNvSpPr/>
          <p:nvPr/>
        </p:nvSpPr>
        <p:spPr>
          <a:xfrm>
            <a:off x="457200" y="201168"/>
            <a:ext cx="8229600" cy="371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 spc="15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OPERATIONS</a:t>
            </a:r>
            <a:endParaRPr lang="en-US"/>
          </a:p>
        </p:txBody>
      </p:sp>
      <p:sp>
        <p:nvSpPr>
          <p:cNvPr id="7952" name="Rectangle 7951">
            <a:extLst>
              <a:ext uri="{FF2B5EF4-FFF2-40B4-BE49-F238E27FC236}">
                <a16:creationId xmlns:a16="http://schemas.microsoft.com/office/drawing/2014/main" id="{F3821E80-9031-07EE-97EB-DB8CACABC6C7}"/>
              </a:ext>
            </a:extLst>
          </p:cNvPr>
          <p:cNvSpPr/>
          <p:nvPr/>
        </p:nvSpPr>
        <p:spPr>
          <a:xfrm>
            <a:off x="457200" y="411480"/>
            <a:ext cx="1078992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Limits, monitoring and data boundaries</a:t>
            </a:r>
            <a:endParaRPr lang="en-US"/>
          </a:p>
        </p:txBody>
      </p:sp>
      <p:sp>
        <p:nvSpPr>
          <p:cNvPr id="7955" name="Rectangle 7954">
            <a:extLst>
              <a:ext uri="{FF2B5EF4-FFF2-40B4-BE49-F238E27FC236}">
                <a16:creationId xmlns:a16="http://schemas.microsoft.com/office/drawing/2014/main" id="{85FAD62F-E546-5B4F-A237-B2F943665F50}"/>
              </a:ext>
            </a:extLst>
          </p:cNvPr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Documented limits, the response fields that report cache activity, and the isolation boundaries that apply.</a:t>
            </a:r>
            <a:endParaRPr lang="en-US"/>
          </a:p>
        </p:txBody>
      </p:sp>
      <p:sp>
        <p:nvSpPr>
          <p:cNvPr id="7959" name="Rectangle 7958">
            <a:extLst>
              <a:ext uri="{FF2B5EF4-FFF2-40B4-BE49-F238E27FC236}">
                <a16:creationId xmlns:a16="http://schemas.microsoft.com/office/drawing/2014/main" id="{30D0F975-C99E-418E-00ED-C489F7BC674B}"/>
              </a:ext>
            </a:extLst>
          </p:cNvPr>
          <p:cNvSpPr/>
          <p:nvPr/>
        </p:nvSpPr>
        <p:spPr>
          <a:xfrm>
            <a:off x="457200" y="5760720"/>
            <a:ext cx="722376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Source: Learn · azure/foundry/openai/how-to/prompt-caching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964" name="Rectangle 7963">
            <a:extLst>
              <a:ext uri="{FF2B5EF4-FFF2-40B4-BE49-F238E27FC236}">
                <a16:creationId xmlns:a16="http://schemas.microsoft.com/office/drawing/2014/main" id="{0B84A685-2B4E-CA8B-CC72-6B44D9387E6C}"/>
              </a:ext>
            </a:extLst>
          </p:cNvPr>
          <p:cNvSpPr/>
          <p:nvPr/>
        </p:nvSpPr>
        <p:spPr>
          <a:xfrm>
            <a:off x="7772400" y="5760720"/>
            <a:ext cx="3962095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Prompt caching · September 2026 · 5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970" name="Rectangle 7969">
            <a:extLst>
              <a:ext uri="{FF2B5EF4-FFF2-40B4-BE49-F238E27FC236}">
                <a16:creationId xmlns:a16="http://schemas.microsoft.com/office/drawing/2014/main" id="{D8CA4607-9BAA-62D9-E0C5-991C16173BF3}"/>
              </a:ext>
            </a:extLst>
          </p:cNvPr>
          <p:cNvSpPr/>
          <p:nvPr/>
        </p:nvSpPr>
        <p:spPr>
          <a:xfrm>
            <a:off x="457200" y="1280160"/>
            <a:ext cx="5806440" cy="365760"/>
          </a:xfrm>
          <a:prstGeom prst="rect">
            <a:avLst/>
          </a:prstGeom>
          <a:solidFill>
            <a:srgbClr val="EBEFF7"/>
          </a:solidFill>
          <a:ln>
            <a:solidFill>
              <a:srgbClr val="EBEF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7" name="Rectangle 7976">
            <a:extLst>
              <a:ext uri="{FF2B5EF4-FFF2-40B4-BE49-F238E27FC236}">
                <a16:creationId xmlns:a16="http://schemas.microsoft.com/office/drawing/2014/main" id="{98629A28-3D93-5E0E-EE05-ACF531EB6AAD}"/>
              </a:ext>
            </a:extLst>
          </p:cNvPr>
          <p:cNvSpPr/>
          <p:nvPr/>
        </p:nvSpPr>
        <p:spPr>
          <a:xfrm>
            <a:off x="658368" y="1280160"/>
            <a:ext cx="54406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 spc="120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LIMITS AND MONITORING</a:t>
            </a:r>
            <a:endParaRPr lang="en-US"/>
          </a:p>
        </p:txBody>
      </p:sp>
      <p:sp>
        <p:nvSpPr>
          <p:cNvPr id="7985" name="Rectangle 7984">
            <a:extLst>
              <a:ext uri="{FF2B5EF4-FFF2-40B4-BE49-F238E27FC236}">
                <a16:creationId xmlns:a16="http://schemas.microsoft.com/office/drawing/2014/main" id="{D6D4FF01-3FC9-17AE-29B0-81031F94CC6E}"/>
              </a:ext>
            </a:extLst>
          </p:cNvPr>
          <p:cNvSpPr/>
          <p:nvPr/>
        </p:nvSpPr>
        <p:spPr>
          <a:xfrm>
            <a:off x="475488" y="1874520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4" name="Rectangle 7993">
            <a:extLst>
              <a:ext uri="{FF2B5EF4-FFF2-40B4-BE49-F238E27FC236}">
                <a16:creationId xmlns:a16="http://schemas.microsoft.com/office/drawing/2014/main" id="{8D6F69DD-A982-2763-9BF8-DC8E0C74F046}"/>
              </a:ext>
            </a:extLst>
          </p:cNvPr>
          <p:cNvSpPr/>
          <p:nvPr/>
        </p:nvSpPr>
        <p:spPr>
          <a:xfrm>
            <a:off x="731520" y="1792224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Minimum 1,024 tokens. The first 1,024 tokens must be identical.</a:t>
            </a:r>
            <a:endParaRPr lang="en-US"/>
          </a:p>
        </p:txBody>
      </p:sp>
      <p:sp>
        <p:nvSpPr>
          <p:cNvPr id="8004" name="Rectangle 8003">
            <a:extLst>
              <a:ext uri="{FF2B5EF4-FFF2-40B4-BE49-F238E27FC236}">
                <a16:creationId xmlns:a16="http://schemas.microsoft.com/office/drawing/2014/main" id="{54B888D0-0F29-C292-8A36-DC593024D868}"/>
              </a:ext>
            </a:extLst>
          </p:cNvPr>
          <p:cNvSpPr/>
          <p:nvPr/>
        </p:nvSpPr>
        <p:spPr>
          <a:xfrm>
            <a:off x="475488" y="2271014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5" name="Rectangle 8014">
            <a:extLst>
              <a:ext uri="{FF2B5EF4-FFF2-40B4-BE49-F238E27FC236}">
                <a16:creationId xmlns:a16="http://schemas.microsoft.com/office/drawing/2014/main" id="{DD35C877-E74E-553F-31A1-B70204BC2587}"/>
              </a:ext>
            </a:extLst>
          </p:cNvPr>
          <p:cNvSpPr/>
          <p:nvPr/>
        </p:nvSpPr>
        <p:spPr>
          <a:xfrm>
            <a:off x="731520" y="2188718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Up to four new cache writes per request.</a:t>
            </a:r>
            <a:endParaRPr lang="en-US"/>
          </a:p>
        </p:txBody>
      </p:sp>
      <p:sp>
        <p:nvSpPr>
          <p:cNvPr id="8027" name="Rectangle 8026">
            <a:extLst>
              <a:ext uri="{FF2B5EF4-FFF2-40B4-BE49-F238E27FC236}">
                <a16:creationId xmlns:a16="http://schemas.microsoft.com/office/drawing/2014/main" id="{82D32D75-FA18-2E83-C80C-301B1362F691}"/>
              </a:ext>
            </a:extLst>
          </p:cNvPr>
          <p:cNvSpPr/>
          <p:nvPr/>
        </p:nvSpPr>
        <p:spPr>
          <a:xfrm>
            <a:off x="475488" y="2667508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0" name="Rectangle 8039">
            <a:extLst>
              <a:ext uri="{FF2B5EF4-FFF2-40B4-BE49-F238E27FC236}">
                <a16:creationId xmlns:a16="http://schemas.microsoft.com/office/drawing/2014/main" id="{A12D30F1-2E00-62EB-0288-C45B2072E061}"/>
              </a:ext>
            </a:extLst>
          </p:cNvPr>
          <p:cNvSpPr/>
          <p:nvPr/>
        </p:nvSpPr>
        <p:spPr>
          <a:xfrm>
            <a:off x="731520" y="2585212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Breakpoints from earlier conversation turns are read-only; they match but are not rewritten.</a:t>
            </a:r>
            <a:endParaRPr lang="en-US"/>
          </a:p>
        </p:txBody>
      </p:sp>
      <p:sp>
        <p:nvSpPr>
          <p:cNvPr id="8054" name="Rectangle 8053">
            <a:extLst>
              <a:ext uri="{FF2B5EF4-FFF2-40B4-BE49-F238E27FC236}">
                <a16:creationId xmlns:a16="http://schemas.microsoft.com/office/drawing/2014/main" id="{1C967F31-4754-566D-398E-EE52D4417F2F}"/>
              </a:ext>
            </a:extLst>
          </p:cNvPr>
          <p:cNvSpPr/>
          <p:nvPr/>
        </p:nvSpPr>
        <p:spPr>
          <a:xfrm>
            <a:off x="475488" y="3064002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69" name="Rectangle 8068">
            <a:extLst>
              <a:ext uri="{FF2B5EF4-FFF2-40B4-BE49-F238E27FC236}">
                <a16:creationId xmlns:a16="http://schemas.microsoft.com/office/drawing/2014/main" id="{FF3B1C4D-F5FB-20E1-E7A7-10AB8BB61C02}"/>
              </a:ext>
            </a:extLst>
          </p:cNvPr>
          <p:cNvSpPr/>
          <p:nvPr/>
        </p:nvSpPr>
        <p:spPr>
          <a:xfrm>
            <a:off x="731520" y="2981706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Up to the latest 50 breakpoints are considered for cache reads.</a:t>
            </a:r>
            <a:endParaRPr lang="en-US"/>
          </a:p>
        </p:txBody>
      </p:sp>
      <p:sp>
        <p:nvSpPr>
          <p:cNvPr id="8085" name="Rectangle 8084">
            <a:extLst>
              <a:ext uri="{FF2B5EF4-FFF2-40B4-BE49-F238E27FC236}">
                <a16:creationId xmlns:a16="http://schemas.microsoft.com/office/drawing/2014/main" id="{406C2D86-FF04-B78D-8C3B-CBDE9531D401}"/>
              </a:ext>
            </a:extLst>
          </p:cNvPr>
          <p:cNvSpPr/>
          <p:nvPr/>
        </p:nvSpPr>
        <p:spPr>
          <a:xfrm>
            <a:off x="475488" y="3460496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02" name="Rectangle 8101">
            <a:extLst>
              <a:ext uri="{FF2B5EF4-FFF2-40B4-BE49-F238E27FC236}">
                <a16:creationId xmlns:a16="http://schemas.microsoft.com/office/drawing/2014/main" id="{EB1E7063-5811-1B58-57E6-9E3B9B0C826A}"/>
              </a:ext>
            </a:extLst>
          </p:cNvPr>
          <p:cNvSpPr/>
          <p:nvPr/>
        </p:nvSpPr>
        <p:spPr>
          <a:xfrm>
            <a:off x="731520" y="3378200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Approximately 15 requests per minute per prefix and prompt_cache_key combination before misses occur.</a:t>
            </a:r>
            <a:endParaRPr lang="en-US"/>
          </a:p>
        </p:txBody>
      </p:sp>
      <p:sp>
        <p:nvSpPr>
          <p:cNvPr id="8120" name="Rectangle 8119">
            <a:extLst>
              <a:ext uri="{FF2B5EF4-FFF2-40B4-BE49-F238E27FC236}">
                <a16:creationId xmlns:a16="http://schemas.microsoft.com/office/drawing/2014/main" id="{6FFEBE55-BC08-8FE4-4645-A68BF0B6CE5F}"/>
              </a:ext>
            </a:extLst>
          </p:cNvPr>
          <p:cNvSpPr/>
          <p:nvPr/>
        </p:nvSpPr>
        <p:spPr>
          <a:xfrm>
            <a:off x="475488" y="3856990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39" name="Rectangle 8138">
            <a:extLst>
              <a:ext uri="{FF2B5EF4-FFF2-40B4-BE49-F238E27FC236}">
                <a16:creationId xmlns:a16="http://schemas.microsoft.com/office/drawing/2014/main" id="{3DB6816B-13C1-149D-6A38-A9CDF89801F1}"/>
              </a:ext>
            </a:extLst>
          </p:cNvPr>
          <p:cNvSpPr/>
          <p:nvPr/>
        </p:nvSpPr>
        <p:spPr>
          <a:xfrm>
            <a:off x="731520" y="3774694"/>
            <a:ext cx="5486400" cy="472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In-memory caches clear within 5 to 10 minutes of inactivity, and within one hour of last use.</a:t>
            </a:r>
            <a:endParaRPr lang="en-US"/>
          </a:p>
        </p:txBody>
      </p:sp>
      <p:sp>
        <p:nvSpPr>
          <p:cNvPr id="8159" name="Rectangle 8158">
            <a:extLst>
              <a:ext uri="{FF2B5EF4-FFF2-40B4-BE49-F238E27FC236}">
                <a16:creationId xmlns:a16="http://schemas.microsoft.com/office/drawing/2014/main" id="{4DA6215D-5DCF-0489-A8E9-7B863B66880C}"/>
              </a:ext>
            </a:extLst>
          </p:cNvPr>
          <p:cNvSpPr/>
          <p:nvPr/>
        </p:nvSpPr>
        <p:spPr>
          <a:xfrm>
            <a:off x="475488" y="4412234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80" name="Rectangle 8179">
            <a:extLst>
              <a:ext uri="{FF2B5EF4-FFF2-40B4-BE49-F238E27FC236}">
                <a16:creationId xmlns:a16="http://schemas.microsoft.com/office/drawing/2014/main" id="{FB4AEF18-9A91-D8A8-098F-94B5AE123B12}"/>
              </a:ext>
            </a:extLst>
          </p:cNvPr>
          <p:cNvSpPr/>
          <p:nvPr/>
        </p:nvSpPr>
        <p:spPr>
          <a:xfrm>
            <a:off x="731520" y="4329938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cached_tokens reports cache reads. cache_write_tokens reports cache writes where available.</a:t>
            </a:r>
            <a:endParaRPr lang="en-US"/>
          </a:p>
        </p:txBody>
      </p:sp>
      <p:sp>
        <p:nvSpPr>
          <p:cNvPr id="8202" name="Rectangle 8201">
            <a:extLst>
              <a:ext uri="{FF2B5EF4-FFF2-40B4-BE49-F238E27FC236}">
                <a16:creationId xmlns:a16="http://schemas.microsoft.com/office/drawing/2014/main" id="{08427817-7C40-1EEB-AC67-94E2515CB707}"/>
              </a:ext>
            </a:extLst>
          </p:cNvPr>
          <p:cNvSpPr/>
          <p:nvPr/>
        </p:nvSpPr>
        <p:spPr>
          <a:xfrm>
            <a:off x="475488" y="4808728"/>
            <a:ext cx="100584" cy="100584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5" name="Rectangle 8224">
            <a:extLst>
              <a:ext uri="{FF2B5EF4-FFF2-40B4-BE49-F238E27FC236}">
                <a16:creationId xmlns:a16="http://schemas.microsoft.com/office/drawing/2014/main" id="{2FDF3AB7-F29C-5CA5-CC9D-060F84E60D4F}"/>
              </a:ext>
            </a:extLst>
          </p:cNvPr>
          <p:cNvSpPr/>
          <p:nvPr/>
        </p:nvSpPr>
        <p:spPr>
          <a:xfrm>
            <a:off x="731520" y="4726432"/>
            <a:ext cx="5486400" cy="314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A sustained cached_tokens value of 0 indicates the prefix is not matching.</a:t>
            </a:r>
            <a:endParaRPr lang="en-US"/>
          </a:p>
        </p:txBody>
      </p:sp>
      <p:sp>
        <p:nvSpPr>
          <p:cNvPr id="8249" name="Rectangle 8248">
            <a:extLst>
              <a:ext uri="{FF2B5EF4-FFF2-40B4-BE49-F238E27FC236}">
                <a16:creationId xmlns:a16="http://schemas.microsoft.com/office/drawing/2014/main" id="{60ECB2A4-5BD9-7A54-2E69-3B236F2D1C09}"/>
              </a:ext>
            </a:extLst>
          </p:cNvPr>
          <p:cNvSpPr/>
          <p:nvPr/>
        </p:nvSpPr>
        <p:spPr>
          <a:xfrm>
            <a:off x="6492240" y="1280160"/>
            <a:ext cx="5239512" cy="365760"/>
          </a:xfrm>
          <a:prstGeom prst="rect">
            <a:avLst/>
          </a:prstGeom>
          <a:solidFill>
            <a:srgbClr val="EBEFF7"/>
          </a:solidFill>
          <a:ln>
            <a:solidFill>
              <a:srgbClr val="EBEF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4" name="Rectangle 8273">
            <a:extLst>
              <a:ext uri="{FF2B5EF4-FFF2-40B4-BE49-F238E27FC236}">
                <a16:creationId xmlns:a16="http://schemas.microsoft.com/office/drawing/2014/main" id="{FA1C85D6-B7C0-3DF0-A171-C662D66740C8}"/>
              </a:ext>
            </a:extLst>
          </p:cNvPr>
          <p:cNvSpPr/>
          <p:nvPr/>
        </p:nvSpPr>
        <p:spPr>
          <a:xfrm>
            <a:off x="6693408" y="1280160"/>
            <a:ext cx="487375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 spc="120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BOUNDARIES</a:t>
            </a:r>
            <a:endParaRPr lang="en-US"/>
          </a:p>
        </p:txBody>
      </p:sp>
      <p:sp>
        <p:nvSpPr>
          <p:cNvPr id="8300" name="Rectangle 8299">
            <a:extLst>
              <a:ext uri="{FF2B5EF4-FFF2-40B4-BE49-F238E27FC236}">
                <a16:creationId xmlns:a16="http://schemas.microsoft.com/office/drawing/2014/main" id="{A92FA4C6-D9B3-2ABF-843B-56969EB43E22}"/>
              </a:ext>
            </a:extLst>
          </p:cNvPr>
          <p:cNvSpPr/>
          <p:nvPr/>
        </p:nvSpPr>
        <p:spPr>
          <a:xfrm>
            <a:off x="6492240" y="1792224"/>
            <a:ext cx="5239512" cy="689991"/>
          </a:xfrm>
          <a:prstGeom prst="rect">
            <a:avLst/>
          </a:prstGeom>
          <a:solidFill>
            <a:srgbClr val="F6F8FD"/>
          </a:solidFill>
          <a:ln>
            <a:solidFill>
              <a:srgbClr val="F6F8F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27" name="Rectangle 8326">
            <a:extLst>
              <a:ext uri="{FF2B5EF4-FFF2-40B4-BE49-F238E27FC236}">
                <a16:creationId xmlns:a16="http://schemas.microsoft.com/office/drawing/2014/main" id="{ECE92EA5-04FE-51C5-9533-BBDDC6D7E92E}"/>
              </a:ext>
            </a:extLst>
          </p:cNvPr>
          <p:cNvSpPr/>
          <p:nvPr/>
        </p:nvSpPr>
        <p:spPr>
          <a:xfrm>
            <a:off x="6492240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55" name="Rectangle 8354">
            <a:extLst>
              <a:ext uri="{FF2B5EF4-FFF2-40B4-BE49-F238E27FC236}">
                <a16:creationId xmlns:a16="http://schemas.microsoft.com/office/drawing/2014/main" id="{9E827355-EDE7-1D9A-620D-5A93D2BE5A81}"/>
              </a:ext>
            </a:extLst>
          </p:cNvPr>
          <p:cNvSpPr/>
          <p:nvPr/>
        </p:nvSpPr>
        <p:spPr>
          <a:xfrm>
            <a:off x="6492240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84" name="Rectangle 8383">
            <a:extLst>
              <a:ext uri="{FF2B5EF4-FFF2-40B4-BE49-F238E27FC236}">
                <a16:creationId xmlns:a16="http://schemas.microsoft.com/office/drawing/2014/main" id="{1C7CB3BE-6BEB-5D35-606D-85564492288D}"/>
              </a:ext>
            </a:extLst>
          </p:cNvPr>
          <p:cNvSpPr/>
          <p:nvPr/>
        </p:nvSpPr>
        <p:spPr>
          <a:xfrm>
            <a:off x="6866491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14" name="Rectangle 8413">
            <a:extLst>
              <a:ext uri="{FF2B5EF4-FFF2-40B4-BE49-F238E27FC236}">
                <a16:creationId xmlns:a16="http://schemas.microsoft.com/office/drawing/2014/main" id="{244EC86F-1E58-7F0C-6E2D-2AA8AD7EFC67}"/>
              </a:ext>
            </a:extLst>
          </p:cNvPr>
          <p:cNvSpPr/>
          <p:nvPr/>
        </p:nvSpPr>
        <p:spPr>
          <a:xfrm>
            <a:off x="6866491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5" name="Rectangle 8444">
            <a:extLst>
              <a:ext uri="{FF2B5EF4-FFF2-40B4-BE49-F238E27FC236}">
                <a16:creationId xmlns:a16="http://schemas.microsoft.com/office/drawing/2014/main" id="{8B1B1D99-FC5D-E24D-AAE2-6EC3A0221153}"/>
              </a:ext>
            </a:extLst>
          </p:cNvPr>
          <p:cNvSpPr/>
          <p:nvPr/>
        </p:nvSpPr>
        <p:spPr>
          <a:xfrm>
            <a:off x="7240742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7" name="Rectangle 8476">
            <a:extLst>
              <a:ext uri="{FF2B5EF4-FFF2-40B4-BE49-F238E27FC236}">
                <a16:creationId xmlns:a16="http://schemas.microsoft.com/office/drawing/2014/main" id="{0C61B72F-0C2A-0DFE-3850-BD8E336929EE}"/>
              </a:ext>
            </a:extLst>
          </p:cNvPr>
          <p:cNvSpPr/>
          <p:nvPr/>
        </p:nvSpPr>
        <p:spPr>
          <a:xfrm>
            <a:off x="7240742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10" name="Rectangle 8509">
            <a:extLst>
              <a:ext uri="{FF2B5EF4-FFF2-40B4-BE49-F238E27FC236}">
                <a16:creationId xmlns:a16="http://schemas.microsoft.com/office/drawing/2014/main" id="{099826FF-EDA2-CDD0-2054-222DA3689C88}"/>
              </a:ext>
            </a:extLst>
          </p:cNvPr>
          <p:cNvSpPr/>
          <p:nvPr/>
        </p:nvSpPr>
        <p:spPr>
          <a:xfrm>
            <a:off x="7614993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4" name="Rectangle 8543">
            <a:extLst>
              <a:ext uri="{FF2B5EF4-FFF2-40B4-BE49-F238E27FC236}">
                <a16:creationId xmlns:a16="http://schemas.microsoft.com/office/drawing/2014/main" id="{7DEA357F-D896-F030-85BC-388365DC84BB}"/>
              </a:ext>
            </a:extLst>
          </p:cNvPr>
          <p:cNvSpPr/>
          <p:nvPr/>
        </p:nvSpPr>
        <p:spPr>
          <a:xfrm>
            <a:off x="7614993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9" name="Rectangle 8578">
            <a:extLst>
              <a:ext uri="{FF2B5EF4-FFF2-40B4-BE49-F238E27FC236}">
                <a16:creationId xmlns:a16="http://schemas.microsoft.com/office/drawing/2014/main" id="{73D3EF6B-68B0-BB5B-7724-69EC0A442101}"/>
              </a:ext>
            </a:extLst>
          </p:cNvPr>
          <p:cNvSpPr/>
          <p:nvPr/>
        </p:nvSpPr>
        <p:spPr>
          <a:xfrm>
            <a:off x="7989243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15" name="Rectangle 8614">
            <a:extLst>
              <a:ext uri="{FF2B5EF4-FFF2-40B4-BE49-F238E27FC236}">
                <a16:creationId xmlns:a16="http://schemas.microsoft.com/office/drawing/2014/main" id="{73239670-E474-D47E-98B2-0475A0B67309}"/>
              </a:ext>
            </a:extLst>
          </p:cNvPr>
          <p:cNvSpPr/>
          <p:nvPr/>
        </p:nvSpPr>
        <p:spPr>
          <a:xfrm>
            <a:off x="7989243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2" name="Rectangle 8651">
            <a:extLst>
              <a:ext uri="{FF2B5EF4-FFF2-40B4-BE49-F238E27FC236}">
                <a16:creationId xmlns:a16="http://schemas.microsoft.com/office/drawing/2014/main" id="{3D187EF9-D6A2-BFED-0BD2-9F46A54E5B5B}"/>
              </a:ext>
            </a:extLst>
          </p:cNvPr>
          <p:cNvSpPr/>
          <p:nvPr/>
        </p:nvSpPr>
        <p:spPr>
          <a:xfrm>
            <a:off x="8363494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49B3D1A4-1E0F-9D24-14C6-754FABF93ABA}"/>
              </a:ext>
            </a:extLst>
          </p:cNvPr>
          <p:cNvSpPr/>
          <p:nvPr/>
        </p:nvSpPr>
        <p:spPr>
          <a:xfrm>
            <a:off x="8363494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29" name="Rectangle 8728">
            <a:extLst>
              <a:ext uri="{FF2B5EF4-FFF2-40B4-BE49-F238E27FC236}">
                <a16:creationId xmlns:a16="http://schemas.microsoft.com/office/drawing/2014/main" id="{2CC62712-81FB-4334-1ABD-A6A006EEC13B}"/>
              </a:ext>
            </a:extLst>
          </p:cNvPr>
          <p:cNvSpPr/>
          <p:nvPr/>
        </p:nvSpPr>
        <p:spPr>
          <a:xfrm>
            <a:off x="8737745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69" name="Rectangle 8768">
            <a:extLst>
              <a:ext uri="{FF2B5EF4-FFF2-40B4-BE49-F238E27FC236}">
                <a16:creationId xmlns:a16="http://schemas.microsoft.com/office/drawing/2014/main" id="{8E1C472A-9FE1-1339-6537-89DF0D6F9F17}"/>
              </a:ext>
            </a:extLst>
          </p:cNvPr>
          <p:cNvSpPr/>
          <p:nvPr/>
        </p:nvSpPr>
        <p:spPr>
          <a:xfrm>
            <a:off x="8737745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10" name="Rectangle 8809">
            <a:extLst>
              <a:ext uri="{FF2B5EF4-FFF2-40B4-BE49-F238E27FC236}">
                <a16:creationId xmlns:a16="http://schemas.microsoft.com/office/drawing/2014/main" id="{E55A9BAD-DBE1-5A16-FBDB-6E4DB1EAF4BC}"/>
              </a:ext>
            </a:extLst>
          </p:cNvPr>
          <p:cNvSpPr/>
          <p:nvPr/>
        </p:nvSpPr>
        <p:spPr>
          <a:xfrm>
            <a:off x="9111996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2" name="Rectangle 8851">
            <a:extLst>
              <a:ext uri="{FF2B5EF4-FFF2-40B4-BE49-F238E27FC236}">
                <a16:creationId xmlns:a16="http://schemas.microsoft.com/office/drawing/2014/main" id="{DB9EEF77-FBBA-1CE3-A054-E7E44DA523B8}"/>
              </a:ext>
            </a:extLst>
          </p:cNvPr>
          <p:cNvSpPr/>
          <p:nvPr/>
        </p:nvSpPr>
        <p:spPr>
          <a:xfrm>
            <a:off x="9111996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95" name="Rectangle 8894">
            <a:extLst>
              <a:ext uri="{FF2B5EF4-FFF2-40B4-BE49-F238E27FC236}">
                <a16:creationId xmlns:a16="http://schemas.microsoft.com/office/drawing/2014/main" id="{09F3C60B-D72B-D28C-DD12-6EE59A95C324}"/>
              </a:ext>
            </a:extLst>
          </p:cNvPr>
          <p:cNvSpPr/>
          <p:nvPr/>
        </p:nvSpPr>
        <p:spPr>
          <a:xfrm>
            <a:off x="9486247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9" name="Rectangle 8938">
            <a:extLst>
              <a:ext uri="{FF2B5EF4-FFF2-40B4-BE49-F238E27FC236}">
                <a16:creationId xmlns:a16="http://schemas.microsoft.com/office/drawing/2014/main" id="{A3F12F55-6BBB-65D4-C93A-65D461637A3A}"/>
              </a:ext>
            </a:extLst>
          </p:cNvPr>
          <p:cNvSpPr/>
          <p:nvPr/>
        </p:nvSpPr>
        <p:spPr>
          <a:xfrm>
            <a:off x="9486247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84" name="Rectangle 8983">
            <a:extLst>
              <a:ext uri="{FF2B5EF4-FFF2-40B4-BE49-F238E27FC236}">
                <a16:creationId xmlns:a16="http://schemas.microsoft.com/office/drawing/2014/main" id="{C1EB40CB-245F-3B5F-F3BB-7756ECC9BC36}"/>
              </a:ext>
            </a:extLst>
          </p:cNvPr>
          <p:cNvSpPr/>
          <p:nvPr/>
        </p:nvSpPr>
        <p:spPr>
          <a:xfrm>
            <a:off x="9860498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30" name="Rectangle 9029">
            <a:extLst>
              <a:ext uri="{FF2B5EF4-FFF2-40B4-BE49-F238E27FC236}">
                <a16:creationId xmlns:a16="http://schemas.microsoft.com/office/drawing/2014/main" id="{5B65034E-8D24-FF37-89F7-BF3BE1269BC0}"/>
              </a:ext>
            </a:extLst>
          </p:cNvPr>
          <p:cNvSpPr/>
          <p:nvPr/>
        </p:nvSpPr>
        <p:spPr>
          <a:xfrm>
            <a:off x="9860498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77" name="Rectangle 9076">
            <a:extLst>
              <a:ext uri="{FF2B5EF4-FFF2-40B4-BE49-F238E27FC236}">
                <a16:creationId xmlns:a16="http://schemas.microsoft.com/office/drawing/2014/main" id="{BA717E34-090F-DFE3-74DC-6A965A270955}"/>
              </a:ext>
            </a:extLst>
          </p:cNvPr>
          <p:cNvSpPr/>
          <p:nvPr/>
        </p:nvSpPr>
        <p:spPr>
          <a:xfrm>
            <a:off x="10234749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25" name="Rectangle 9124">
            <a:extLst>
              <a:ext uri="{FF2B5EF4-FFF2-40B4-BE49-F238E27FC236}">
                <a16:creationId xmlns:a16="http://schemas.microsoft.com/office/drawing/2014/main" id="{D4DFC67F-1B96-EDFF-0F47-763589E7DCAC}"/>
              </a:ext>
            </a:extLst>
          </p:cNvPr>
          <p:cNvSpPr/>
          <p:nvPr/>
        </p:nvSpPr>
        <p:spPr>
          <a:xfrm>
            <a:off x="10234749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74" name="Rectangle 9173">
            <a:extLst>
              <a:ext uri="{FF2B5EF4-FFF2-40B4-BE49-F238E27FC236}">
                <a16:creationId xmlns:a16="http://schemas.microsoft.com/office/drawing/2014/main" id="{C2AAB02A-FC14-7ABB-416F-A437D1E7C19E}"/>
              </a:ext>
            </a:extLst>
          </p:cNvPr>
          <p:cNvSpPr/>
          <p:nvPr/>
        </p:nvSpPr>
        <p:spPr>
          <a:xfrm>
            <a:off x="10608999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4" name="Rectangle 9223">
            <a:extLst>
              <a:ext uri="{FF2B5EF4-FFF2-40B4-BE49-F238E27FC236}">
                <a16:creationId xmlns:a16="http://schemas.microsoft.com/office/drawing/2014/main" id="{BF03AB01-302D-0FE3-38A2-31E05B80AD8F}"/>
              </a:ext>
            </a:extLst>
          </p:cNvPr>
          <p:cNvSpPr/>
          <p:nvPr/>
        </p:nvSpPr>
        <p:spPr>
          <a:xfrm>
            <a:off x="10608999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5" name="Rectangle 9274">
            <a:extLst>
              <a:ext uri="{FF2B5EF4-FFF2-40B4-BE49-F238E27FC236}">
                <a16:creationId xmlns:a16="http://schemas.microsoft.com/office/drawing/2014/main" id="{5AF5EDC1-9851-F739-8E1D-BB701E73967D}"/>
              </a:ext>
            </a:extLst>
          </p:cNvPr>
          <p:cNvSpPr/>
          <p:nvPr/>
        </p:nvSpPr>
        <p:spPr>
          <a:xfrm>
            <a:off x="10983250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7" name="Rectangle 9326">
            <a:extLst>
              <a:ext uri="{FF2B5EF4-FFF2-40B4-BE49-F238E27FC236}">
                <a16:creationId xmlns:a16="http://schemas.microsoft.com/office/drawing/2014/main" id="{4C073184-1C8A-7E1B-1D96-04D8B814DF1A}"/>
              </a:ext>
            </a:extLst>
          </p:cNvPr>
          <p:cNvSpPr/>
          <p:nvPr/>
        </p:nvSpPr>
        <p:spPr>
          <a:xfrm>
            <a:off x="10983250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80" name="Rectangle 9379">
            <a:extLst>
              <a:ext uri="{FF2B5EF4-FFF2-40B4-BE49-F238E27FC236}">
                <a16:creationId xmlns:a16="http://schemas.microsoft.com/office/drawing/2014/main" id="{1EF4563C-2452-2C7B-09FE-F066034B8005}"/>
              </a:ext>
            </a:extLst>
          </p:cNvPr>
          <p:cNvSpPr/>
          <p:nvPr/>
        </p:nvSpPr>
        <p:spPr>
          <a:xfrm>
            <a:off x="11357501" y="179222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4" name="Rectangle 9433">
            <a:extLst>
              <a:ext uri="{FF2B5EF4-FFF2-40B4-BE49-F238E27FC236}">
                <a16:creationId xmlns:a16="http://schemas.microsoft.com/office/drawing/2014/main" id="{AE6AB0A6-D0E7-D82B-B1C7-A2E252AB89A6}"/>
              </a:ext>
            </a:extLst>
          </p:cNvPr>
          <p:cNvSpPr/>
          <p:nvPr/>
        </p:nvSpPr>
        <p:spPr>
          <a:xfrm>
            <a:off x="11357501" y="246634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89" name="Rectangle 9488">
            <a:extLst>
              <a:ext uri="{FF2B5EF4-FFF2-40B4-BE49-F238E27FC236}">
                <a16:creationId xmlns:a16="http://schemas.microsoft.com/office/drawing/2014/main" id="{5252A6EA-D96E-6A69-7459-46AF6AEA887F}"/>
              </a:ext>
            </a:extLst>
          </p:cNvPr>
          <p:cNvSpPr/>
          <p:nvPr/>
        </p:nvSpPr>
        <p:spPr>
          <a:xfrm>
            <a:off x="6492240" y="1792224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45" name="Rectangle 9544">
            <a:extLst>
              <a:ext uri="{FF2B5EF4-FFF2-40B4-BE49-F238E27FC236}">
                <a16:creationId xmlns:a16="http://schemas.microsoft.com/office/drawing/2014/main" id="{CC57AE57-F777-27FB-9270-59B218512210}"/>
              </a:ext>
            </a:extLst>
          </p:cNvPr>
          <p:cNvSpPr/>
          <p:nvPr/>
        </p:nvSpPr>
        <p:spPr>
          <a:xfrm>
            <a:off x="11715877" y="1792224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2" name="Rectangle 9601">
            <a:extLst>
              <a:ext uri="{FF2B5EF4-FFF2-40B4-BE49-F238E27FC236}">
                <a16:creationId xmlns:a16="http://schemas.microsoft.com/office/drawing/2014/main" id="{1378A6E0-9203-D046-FA83-93EEAF6CF1C4}"/>
              </a:ext>
            </a:extLst>
          </p:cNvPr>
          <p:cNvSpPr/>
          <p:nvPr/>
        </p:nvSpPr>
        <p:spPr>
          <a:xfrm>
            <a:off x="6492240" y="2022221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0" name="Rectangle 9659">
            <a:extLst>
              <a:ext uri="{FF2B5EF4-FFF2-40B4-BE49-F238E27FC236}">
                <a16:creationId xmlns:a16="http://schemas.microsoft.com/office/drawing/2014/main" id="{01023FE0-CE49-BE85-DB7C-533967EA7A06}"/>
              </a:ext>
            </a:extLst>
          </p:cNvPr>
          <p:cNvSpPr/>
          <p:nvPr/>
        </p:nvSpPr>
        <p:spPr>
          <a:xfrm>
            <a:off x="11715877" y="2022221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9" name="Rectangle 9718">
            <a:extLst>
              <a:ext uri="{FF2B5EF4-FFF2-40B4-BE49-F238E27FC236}">
                <a16:creationId xmlns:a16="http://schemas.microsoft.com/office/drawing/2014/main" id="{86A61ACD-0061-5CEC-23DE-8074AFB57461}"/>
              </a:ext>
            </a:extLst>
          </p:cNvPr>
          <p:cNvSpPr/>
          <p:nvPr/>
        </p:nvSpPr>
        <p:spPr>
          <a:xfrm>
            <a:off x="6492240" y="2252218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79" name="Rectangle 9778">
            <a:extLst>
              <a:ext uri="{FF2B5EF4-FFF2-40B4-BE49-F238E27FC236}">
                <a16:creationId xmlns:a16="http://schemas.microsoft.com/office/drawing/2014/main" id="{88F50257-34F9-2E7D-C46E-7B0B0F443A53}"/>
              </a:ext>
            </a:extLst>
          </p:cNvPr>
          <p:cNvSpPr/>
          <p:nvPr/>
        </p:nvSpPr>
        <p:spPr>
          <a:xfrm>
            <a:off x="11715877" y="2252218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40" name="Rectangle 9839">
            <a:extLst>
              <a:ext uri="{FF2B5EF4-FFF2-40B4-BE49-F238E27FC236}">
                <a16:creationId xmlns:a16="http://schemas.microsoft.com/office/drawing/2014/main" id="{30C23C56-D4F6-F59F-19DF-3D30917FCD08}"/>
              </a:ext>
            </a:extLst>
          </p:cNvPr>
          <p:cNvSpPr/>
          <p:nvPr/>
        </p:nvSpPr>
        <p:spPr>
          <a:xfrm>
            <a:off x="6693408" y="1892808"/>
            <a:ext cx="1783080" cy="4888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Subscription isolation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6F7BAE56-2029-8B7E-D1ED-7501D042A601}"/>
              </a:ext>
            </a:extLst>
          </p:cNvPr>
          <p:cNvSpPr/>
          <p:nvPr/>
        </p:nvSpPr>
        <p:spPr>
          <a:xfrm>
            <a:off x="8567928" y="1908683"/>
            <a:ext cx="3182112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Prompt caches are not shared between Azure subscriptions.</a:t>
            </a:r>
            <a:endParaRPr lang="en-US"/>
          </a:p>
        </p:txBody>
      </p:sp>
      <p:sp>
        <p:nvSpPr>
          <p:cNvPr id="9965" name="Rectangle 9964">
            <a:extLst>
              <a:ext uri="{FF2B5EF4-FFF2-40B4-BE49-F238E27FC236}">
                <a16:creationId xmlns:a16="http://schemas.microsoft.com/office/drawing/2014/main" id="{E73B0792-C090-329E-BC0E-71F956AFAE58}"/>
              </a:ext>
            </a:extLst>
          </p:cNvPr>
          <p:cNvSpPr/>
          <p:nvPr/>
        </p:nvSpPr>
        <p:spPr>
          <a:xfrm>
            <a:off x="6492240" y="2573655"/>
            <a:ext cx="5239512" cy="523304"/>
          </a:xfrm>
          <a:prstGeom prst="rect">
            <a:avLst/>
          </a:prstGeom>
          <a:solidFill>
            <a:srgbClr val="F6F8FD"/>
          </a:solidFill>
          <a:ln>
            <a:solidFill>
              <a:srgbClr val="F6F8F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9" name="Rectangle 10028">
            <a:extLst>
              <a:ext uri="{FF2B5EF4-FFF2-40B4-BE49-F238E27FC236}">
                <a16:creationId xmlns:a16="http://schemas.microsoft.com/office/drawing/2014/main" id="{534309A1-B9B4-BF48-3916-5C51E06BFD69}"/>
              </a:ext>
            </a:extLst>
          </p:cNvPr>
          <p:cNvSpPr/>
          <p:nvPr/>
        </p:nvSpPr>
        <p:spPr>
          <a:xfrm>
            <a:off x="6492240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4" name="Rectangle 10093">
            <a:extLst>
              <a:ext uri="{FF2B5EF4-FFF2-40B4-BE49-F238E27FC236}">
                <a16:creationId xmlns:a16="http://schemas.microsoft.com/office/drawing/2014/main" id="{581A4532-74E2-7B2D-71A4-EA0CC2FE0E31}"/>
              </a:ext>
            </a:extLst>
          </p:cNvPr>
          <p:cNvSpPr/>
          <p:nvPr/>
        </p:nvSpPr>
        <p:spPr>
          <a:xfrm>
            <a:off x="6492240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60" name="Rectangle 10159">
            <a:extLst>
              <a:ext uri="{FF2B5EF4-FFF2-40B4-BE49-F238E27FC236}">
                <a16:creationId xmlns:a16="http://schemas.microsoft.com/office/drawing/2014/main" id="{0C2F2865-422E-1209-5A90-2A0F723C631D}"/>
              </a:ext>
            </a:extLst>
          </p:cNvPr>
          <p:cNvSpPr/>
          <p:nvPr/>
        </p:nvSpPr>
        <p:spPr>
          <a:xfrm>
            <a:off x="6866491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7" name="Rectangle 10226">
            <a:extLst>
              <a:ext uri="{FF2B5EF4-FFF2-40B4-BE49-F238E27FC236}">
                <a16:creationId xmlns:a16="http://schemas.microsoft.com/office/drawing/2014/main" id="{E4A12D65-4898-7DC9-8371-EDD376D0B816}"/>
              </a:ext>
            </a:extLst>
          </p:cNvPr>
          <p:cNvSpPr/>
          <p:nvPr/>
        </p:nvSpPr>
        <p:spPr>
          <a:xfrm>
            <a:off x="6866491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5" name="Rectangle 10294">
            <a:extLst>
              <a:ext uri="{FF2B5EF4-FFF2-40B4-BE49-F238E27FC236}">
                <a16:creationId xmlns:a16="http://schemas.microsoft.com/office/drawing/2014/main" id="{C14E8B66-A619-06AA-C61F-E3E19BD0FDC4}"/>
              </a:ext>
            </a:extLst>
          </p:cNvPr>
          <p:cNvSpPr/>
          <p:nvPr/>
        </p:nvSpPr>
        <p:spPr>
          <a:xfrm>
            <a:off x="7240742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4" name="Rectangle 10363">
            <a:extLst>
              <a:ext uri="{FF2B5EF4-FFF2-40B4-BE49-F238E27FC236}">
                <a16:creationId xmlns:a16="http://schemas.microsoft.com/office/drawing/2014/main" id="{CCFCFB56-4416-7259-010F-19C80EB81B1E}"/>
              </a:ext>
            </a:extLst>
          </p:cNvPr>
          <p:cNvSpPr/>
          <p:nvPr/>
        </p:nvSpPr>
        <p:spPr>
          <a:xfrm>
            <a:off x="7240742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4" name="Rectangle 10433">
            <a:extLst>
              <a:ext uri="{FF2B5EF4-FFF2-40B4-BE49-F238E27FC236}">
                <a16:creationId xmlns:a16="http://schemas.microsoft.com/office/drawing/2014/main" id="{F33771EA-1A10-E6CF-C72D-C02D8E7B3A9B}"/>
              </a:ext>
            </a:extLst>
          </p:cNvPr>
          <p:cNvSpPr/>
          <p:nvPr/>
        </p:nvSpPr>
        <p:spPr>
          <a:xfrm>
            <a:off x="7614993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5" name="Rectangle 10504">
            <a:extLst>
              <a:ext uri="{FF2B5EF4-FFF2-40B4-BE49-F238E27FC236}">
                <a16:creationId xmlns:a16="http://schemas.microsoft.com/office/drawing/2014/main" id="{A8B228C1-CC48-B492-1E2A-1E560B4A4E6D}"/>
              </a:ext>
            </a:extLst>
          </p:cNvPr>
          <p:cNvSpPr/>
          <p:nvPr/>
        </p:nvSpPr>
        <p:spPr>
          <a:xfrm>
            <a:off x="7614993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7" name="Rectangle 10576">
            <a:extLst>
              <a:ext uri="{FF2B5EF4-FFF2-40B4-BE49-F238E27FC236}">
                <a16:creationId xmlns:a16="http://schemas.microsoft.com/office/drawing/2014/main" id="{799238DF-EA55-B402-451A-8D3ECD71B51D}"/>
              </a:ext>
            </a:extLst>
          </p:cNvPr>
          <p:cNvSpPr/>
          <p:nvPr/>
        </p:nvSpPr>
        <p:spPr>
          <a:xfrm>
            <a:off x="7989243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0" name="Rectangle 10649">
            <a:extLst>
              <a:ext uri="{FF2B5EF4-FFF2-40B4-BE49-F238E27FC236}">
                <a16:creationId xmlns:a16="http://schemas.microsoft.com/office/drawing/2014/main" id="{A275357E-56B2-A212-BBE7-B954C64AA91D}"/>
              </a:ext>
            </a:extLst>
          </p:cNvPr>
          <p:cNvSpPr/>
          <p:nvPr/>
        </p:nvSpPr>
        <p:spPr>
          <a:xfrm>
            <a:off x="7989243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4" name="Rectangle 10723">
            <a:extLst>
              <a:ext uri="{FF2B5EF4-FFF2-40B4-BE49-F238E27FC236}">
                <a16:creationId xmlns:a16="http://schemas.microsoft.com/office/drawing/2014/main" id="{3B7D034D-E508-AF23-B9BB-AE1BA8366019}"/>
              </a:ext>
            </a:extLst>
          </p:cNvPr>
          <p:cNvSpPr/>
          <p:nvPr/>
        </p:nvSpPr>
        <p:spPr>
          <a:xfrm>
            <a:off x="8363494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9" name="Rectangle 10798">
            <a:extLst>
              <a:ext uri="{FF2B5EF4-FFF2-40B4-BE49-F238E27FC236}">
                <a16:creationId xmlns:a16="http://schemas.microsoft.com/office/drawing/2014/main" id="{D99D82C1-7798-C3D1-1D26-6C5327FBB972}"/>
              </a:ext>
            </a:extLst>
          </p:cNvPr>
          <p:cNvSpPr/>
          <p:nvPr/>
        </p:nvSpPr>
        <p:spPr>
          <a:xfrm>
            <a:off x="8363494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5" name="Rectangle 10874">
            <a:extLst>
              <a:ext uri="{FF2B5EF4-FFF2-40B4-BE49-F238E27FC236}">
                <a16:creationId xmlns:a16="http://schemas.microsoft.com/office/drawing/2014/main" id="{FFF6F213-E7EA-4BC8-5A58-A8F07DB925C6}"/>
              </a:ext>
            </a:extLst>
          </p:cNvPr>
          <p:cNvSpPr/>
          <p:nvPr/>
        </p:nvSpPr>
        <p:spPr>
          <a:xfrm>
            <a:off x="8737745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DF4061EF-3097-4A25-6E51-26F2BB3633C7}"/>
              </a:ext>
            </a:extLst>
          </p:cNvPr>
          <p:cNvSpPr/>
          <p:nvPr/>
        </p:nvSpPr>
        <p:spPr>
          <a:xfrm>
            <a:off x="8737745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0" name="Rectangle 11029">
            <a:extLst>
              <a:ext uri="{FF2B5EF4-FFF2-40B4-BE49-F238E27FC236}">
                <a16:creationId xmlns:a16="http://schemas.microsoft.com/office/drawing/2014/main" id="{16EF7941-BDCD-1E4C-0B7D-F4B7AC7FB40A}"/>
              </a:ext>
            </a:extLst>
          </p:cNvPr>
          <p:cNvSpPr/>
          <p:nvPr/>
        </p:nvSpPr>
        <p:spPr>
          <a:xfrm>
            <a:off x="9111996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9" name="Rectangle 11108">
            <a:extLst>
              <a:ext uri="{FF2B5EF4-FFF2-40B4-BE49-F238E27FC236}">
                <a16:creationId xmlns:a16="http://schemas.microsoft.com/office/drawing/2014/main" id="{E0CAD6A2-224A-0E57-5E83-70C5E63B9F9A}"/>
              </a:ext>
            </a:extLst>
          </p:cNvPr>
          <p:cNvSpPr/>
          <p:nvPr/>
        </p:nvSpPr>
        <p:spPr>
          <a:xfrm>
            <a:off x="9111996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9" name="Rectangle 11188">
            <a:extLst>
              <a:ext uri="{FF2B5EF4-FFF2-40B4-BE49-F238E27FC236}">
                <a16:creationId xmlns:a16="http://schemas.microsoft.com/office/drawing/2014/main" id="{024B8EEA-C572-9017-4491-7407BFE6FB03}"/>
              </a:ext>
            </a:extLst>
          </p:cNvPr>
          <p:cNvSpPr/>
          <p:nvPr/>
        </p:nvSpPr>
        <p:spPr>
          <a:xfrm>
            <a:off x="9486247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0" name="Rectangle 11269">
            <a:extLst>
              <a:ext uri="{FF2B5EF4-FFF2-40B4-BE49-F238E27FC236}">
                <a16:creationId xmlns:a16="http://schemas.microsoft.com/office/drawing/2014/main" id="{28C87587-861C-495A-DC02-E2A0493AC191}"/>
              </a:ext>
            </a:extLst>
          </p:cNvPr>
          <p:cNvSpPr/>
          <p:nvPr/>
        </p:nvSpPr>
        <p:spPr>
          <a:xfrm>
            <a:off x="9486247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2" name="Rectangle 11351">
            <a:extLst>
              <a:ext uri="{FF2B5EF4-FFF2-40B4-BE49-F238E27FC236}">
                <a16:creationId xmlns:a16="http://schemas.microsoft.com/office/drawing/2014/main" id="{7953061B-F2C2-6C5F-7106-A3FD15707C10}"/>
              </a:ext>
            </a:extLst>
          </p:cNvPr>
          <p:cNvSpPr/>
          <p:nvPr/>
        </p:nvSpPr>
        <p:spPr>
          <a:xfrm>
            <a:off x="9860498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5" name="Rectangle 11434">
            <a:extLst>
              <a:ext uri="{FF2B5EF4-FFF2-40B4-BE49-F238E27FC236}">
                <a16:creationId xmlns:a16="http://schemas.microsoft.com/office/drawing/2014/main" id="{5003DF88-06FA-6E5D-25EF-50908733966A}"/>
              </a:ext>
            </a:extLst>
          </p:cNvPr>
          <p:cNvSpPr/>
          <p:nvPr/>
        </p:nvSpPr>
        <p:spPr>
          <a:xfrm>
            <a:off x="9860498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9" name="Rectangle 11518">
            <a:extLst>
              <a:ext uri="{FF2B5EF4-FFF2-40B4-BE49-F238E27FC236}">
                <a16:creationId xmlns:a16="http://schemas.microsoft.com/office/drawing/2014/main" id="{AA890AC5-64DA-9264-5F8D-469218327727}"/>
              </a:ext>
            </a:extLst>
          </p:cNvPr>
          <p:cNvSpPr/>
          <p:nvPr/>
        </p:nvSpPr>
        <p:spPr>
          <a:xfrm>
            <a:off x="10234749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4" name="Rectangle 11603">
            <a:extLst>
              <a:ext uri="{FF2B5EF4-FFF2-40B4-BE49-F238E27FC236}">
                <a16:creationId xmlns:a16="http://schemas.microsoft.com/office/drawing/2014/main" id="{AEFA9F97-A3D8-5606-FE82-872E2899AB86}"/>
              </a:ext>
            </a:extLst>
          </p:cNvPr>
          <p:cNvSpPr/>
          <p:nvPr/>
        </p:nvSpPr>
        <p:spPr>
          <a:xfrm>
            <a:off x="10234749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0" name="Rectangle 11689">
            <a:extLst>
              <a:ext uri="{FF2B5EF4-FFF2-40B4-BE49-F238E27FC236}">
                <a16:creationId xmlns:a16="http://schemas.microsoft.com/office/drawing/2014/main" id="{BFF33F08-B25C-C473-E99D-BBC14FC7E2FA}"/>
              </a:ext>
            </a:extLst>
          </p:cNvPr>
          <p:cNvSpPr/>
          <p:nvPr/>
        </p:nvSpPr>
        <p:spPr>
          <a:xfrm>
            <a:off x="10608999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7" name="Rectangle 11776">
            <a:extLst>
              <a:ext uri="{FF2B5EF4-FFF2-40B4-BE49-F238E27FC236}">
                <a16:creationId xmlns:a16="http://schemas.microsoft.com/office/drawing/2014/main" id="{CC814728-6B86-A9B8-BEEF-6F91B34D43C5}"/>
              </a:ext>
            </a:extLst>
          </p:cNvPr>
          <p:cNvSpPr/>
          <p:nvPr/>
        </p:nvSpPr>
        <p:spPr>
          <a:xfrm>
            <a:off x="10608999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5" name="Rectangle 11864">
            <a:extLst>
              <a:ext uri="{FF2B5EF4-FFF2-40B4-BE49-F238E27FC236}">
                <a16:creationId xmlns:a16="http://schemas.microsoft.com/office/drawing/2014/main" id="{93A34405-688A-7A63-52E1-834BCBDAB3AE}"/>
              </a:ext>
            </a:extLst>
          </p:cNvPr>
          <p:cNvSpPr/>
          <p:nvPr/>
        </p:nvSpPr>
        <p:spPr>
          <a:xfrm>
            <a:off x="10983250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54" name="Rectangle 11953">
            <a:extLst>
              <a:ext uri="{FF2B5EF4-FFF2-40B4-BE49-F238E27FC236}">
                <a16:creationId xmlns:a16="http://schemas.microsoft.com/office/drawing/2014/main" id="{76945BB3-E7E3-CFE5-8B0A-C489CF9A4E67}"/>
              </a:ext>
            </a:extLst>
          </p:cNvPr>
          <p:cNvSpPr/>
          <p:nvPr/>
        </p:nvSpPr>
        <p:spPr>
          <a:xfrm>
            <a:off x="10983250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44" name="Rectangle 12043">
            <a:extLst>
              <a:ext uri="{FF2B5EF4-FFF2-40B4-BE49-F238E27FC236}">
                <a16:creationId xmlns:a16="http://schemas.microsoft.com/office/drawing/2014/main" id="{544642BD-9415-A3CC-0194-F119C5B76A99}"/>
              </a:ext>
            </a:extLst>
          </p:cNvPr>
          <p:cNvSpPr/>
          <p:nvPr/>
        </p:nvSpPr>
        <p:spPr>
          <a:xfrm>
            <a:off x="11357501" y="2573655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35" name="Rectangle 12134">
            <a:extLst>
              <a:ext uri="{FF2B5EF4-FFF2-40B4-BE49-F238E27FC236}">
                <a16:creationId xmlns:a16="http://schemas.microsoft.com/office/drawing/2014/main" id="{F17F0EB8-BCEF-F5FD-12DE-8042CF6776DE}"/>
              </a:ext>
            </a:extLst>
          </p:cNvPr>
          <p:cNvSpPr/>
          <p:nvPr/>
        </p:nvSpPr>
        <p:spPr>
          <a:xfrm>
            <a:off x="11357501" y="308108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27" name="Rectangle 12226">
            <a:extLst>
              <a:ext uri="{FF2B5EF4-FFF2-40B4-BE49-F238E27FC236}">
                <a16:creationId xmlns:a16="http://schemas.microsoft.com/office/drawing/2014/main" id="{CCBA3B47-4F24-AB49-231F-7D3F14EF7557}"/>
              </a:ext>
            </a:extLst>
          </p:cNvPr>
          <p:cNvSpPr/>
          <p:nvPr/>
        </p:nvSpPr>
        <p:spPr>
          <a:xfrm>
            <a:off x="6492240" y="2573655"/>
            <a:ext cx="15875" cy="107983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20" name="Rectangle 12319">
            <a:extLst>
              <a:ext uri="{FF2B5EF4-FFF2-40B4-BE49-F238E27FC236}">
                <a16:creationId xmlns:a16="http://schemas.microsoft.com/office/drawing/2014/main" id="{F2EAEF78-481E-4998-4307-71BDA03CB1D3}"/>
              </a:ext>
            </a:extLst>
          </p:cNvPr>
          <p:cNvSpPr/>
          <p:nvPr/>
        </p:nvSpPr>
        <p:spPr>
          <a:xfrm>
            <a:off x="11715877" y="2573655"/>
            <a:ext cx="15875" cy="107983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14" name="Rectangle 12413">
            <a:extLst>
              <a:ext uri="{FF2B5EF4-FFF2-40B4-BE49-F238E27FC236}">
                <a16:creationId xmlns:a16="http://schemas.microsoft.com/office/drawing/2014/main" id="{F8B323CF-F795-079A-83C6-5C62C9E0B0A8}"/>
              </a:ext>
            </a:extLst>
          </p:cNvPr>
          <p:cNvSpPr/>
          <p:nvPr/>
        </p:nvSpPr>
        <p:spPr>
          <a:xfrm>
            <a:off x="6492240" y="2748089"/>
            <a:ext cx="15875" cy="107983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9" name="Rectangle 12508">
            <a:extLst>
              <a:ext uri="{FF2B5EF4-FFF2-40B4-BE49-F238E27FC236}">
                <a16:creationId xmlns:a16="http://schemas.microsoft.com/office/drawing/2014/main" id="{77610CC3-7DF2-076C-77D9-799EBBE3F10C}"/>
              </a:ext>
            </a:extLst>
          </p:cNvPr>
          <p:cNvSpPr/>
          <p:nvPr/>
        </p:nvSpPr>
        <p:spPr>
          <a:xfrm>
            <a:off x="11715877" y="2748089"/>
            <a:ext cx="15875" cy="107983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05" name="Rectangle 12604">
            <a:extLst>
              <a:ext uri="{FF2B5EF4-FFF2-40B4-BE49-F238E27FC236}">
                <a16:creationId xmlns:a16="http://schemas.microsoft.com/office/drawing/2014/main" id="{61546AEE-9EB4-769D-F922-06EEEA9D8266}"/>
              </a:ext>
            </a:extLst>
          </p:cNvPr>
          <p:cNvSpPr/>
          <p:nvPr/>
        </p:nvSpPr>
        <p:spPr>
          <a:xfrm>
            <a:off x="6492240" y="2922524"/>
            <a:ext cx="15875" cy="107983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2" name="Rectangle 12701">
            <a:extLst>
              <a:ext uri="{FF2B5EF4-FFF2-40B4-BE49-F238E27FC236}">
                <a16:creationId xmlns:a16="http://schemas.microsoft.com/office/drawing/2014/main" id="{AC95A6AF-97CB-D555-E8A5-BF929A6FACAF}"/>
              </a:ext>
            </a:extLst>
          </p:cNvPr>
          <p:cNvSpPr/>
          <p:nvPr/>
        </p:nvSpPr>
        <p:spPr>
          <a:xfrm>
            <a:off x="11715877" y="2922524"/>
            <a:ext cx="15875" cy="107983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0" name="Rectangle 12799">
            <a:extLst>
              <a:ext uri="{FF2B5EF4-FFF2-40B4-BE49-F238E27FC236}">
                <a16:creationId xmlns:a16="http://schemas.microsoft.com/office/drawing/2014/main" id="{BF4B1706-BA68-5A4D-2CE4-FC258614A814}"/>
              </a:ext>
            </a:extLst>
          </p:cNvPr>
          <p:cNvSpPr/>
          <p:nvPr/>
        </p:nvSpPr>
        <p:spPr>
          <a:xfrm>
            <a:off x="6693408" y="2674239"/>
            <a:ext cx="1783080" cy="3221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Machine scope</a:t>
            </a:r>
            <a:endParaRPr lang="en-US"/>
          </a:p>
        </p:txBody>
      </p:sp>
      <p:sp>
        <p:nvSpPr>
          <p:cNvPr id="12899" name="Rectangle 12898">
            <a:extLst>
              <a:ext uri="{FF2B5EF4-FFF2-40B4-BE49-F238E27FC236}">
                <a16:creationId xmlns:a16="http://schemas.microsoft.com/office/drawing/2014/main" id="{81CFFB2D-B403-1F22-E174-80DDE1AD09FF}"/>
              </a:ext>
            </a:extLst>
          </p:cNvPr>
          <p:cNvSpPr/>
          <p:nvPr/>
        </p:nvSpPr>
        <p:spPr>
          <a:xfrm>
            <a:off x="8567928" y="2618136"/>
            <a:ext cx="3182112" cy="4343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Cached states reside on individual serving machines and are not shared across the pool.</a:t>
            </a:r>
            <a:endParaRPr lang="en-US"/>
          </a:p>
        </p:txBody>
      </p:sp>
      <p:sp>
        <p:nvSpPr>
          <p:cNvPr id="12999" name="Rectangle 12998">
            <a:extLst>
              <a:ext uri="{FF2B5EF4-FFF2-40B4-BE49-F238E27FC236}">
                <a16:creationId xmlns:a16="http://schemas.microsoft.com/office/drawing/2014/main" id="{2890B715-0821-28DE-392C-7374F66BC943}"/>
              </a:ext>
            </a:extLst>
          </p:cNvPr>
          <p:cNvSpPr/>
          <p:nvPr/>
        </p:nvSpPr>
        <p:spPr>
          <a:xfrm>
            <a:off x="6492240" y="3188398"/>
            <a:ext cx="5239512" cy="689991"/>
          </a:xfrm>
          <a:prstGeom prst="rect">
            <a:avLst/>
          </a:prstGeom>
          <a:solidFill>
            <a:srgbClr val="F6F8FD"/>
          </a:solidFill>
          <a:ln>
            <a:solidFill>
              <a:srgbClr val="F6F8F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00" name="Rectangle 13099">
            <a:extLst>
              <a:ext uri="{FF2B5EF4-FFF2-40B4-BE49-F238E27FC236}">
                <a16:creationId xmlns:a16="http://schemas.microsoft.com/office/drawing/2014/main" id="{3DD91674-C3DF-29DC-CD59-5FB2BB3A1622}"/>
              </a:ext>
            </a:extLst>
          </p:cNvPr>
          <p:cNvSpPr/>
          <p:nvPr/>
        </p:nvSpPr>
        <p:spPr>
          <a:xfrm>
            <a:off x="6492240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02" name="Rectangle 13201">
            <a:extLst>
              <a:ext uri="{FF2B5EF4-FFF2-40B4-BE49-F238E27FC236}">
                <a16:creationId xmlns:a16="http://schemas.microsoft.com/office/drawing/2014/main" id="{0F7A45BB-9281-01EF-1071-6B7FDE5ECE8B}"/>
              </a:ext>
            </a:extLst>
          </p:cNvPr>
          <p:cNvSpPr/>
          <p:nvPr/>
        </p:nvSpPr>
        <p:spPr>
          <a:xfrm>
            <a:off x="6492240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05" name="Rectangle 13304">
            <a:extLst>
              <a:ext uri="{FF2B5EF4-FFF2-40B4-BE49-F238E27FC236}">
                <a16:creationId xmlns:a16="http://schemas.microsoft.com/office/drawing/2014/main" id="{C9192C3B-C4E7-7329-DA8C-BA200576583D}"/>
              </a:ext>
            </a:extLst>
          </p:cNvPr>
          <p:cNvSpPr/>
          <p:nvPr/>
        </p:nvSpPr>
        <p:spPr>
          <a:xfrm>
            <a:off x="6866491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09" name="Rectangle 13408">
            <a:extLst>
              <a:ext uri="{FF2B5EF4-FFF2-40B4-BE49-F238E27FC236}">
                <a16:creationId xmlns:a16="http://schemas.microsoft.com/office/drawing/2014/main" id="{D76A5EE5-E1C4-F2D1-A69D-530D7A78AF4C}"/>
              </a:ext>
            </a:extLst>
          </p:cNvPr>
          <p:cNvSpPr/>
          <p:nvPr/>
        </p:nvSpPr>
        <p:spPr>
          <a:xfrm>
            <a:off x="6866491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14" name="Rectangle 13513">
            <a:extLst>
              <a:ext uri="{FF2B5EF4-FFF2-40B4-BE49-F238E27FC236}">
                <a16:creationId xmlns:a16="http://schemas.microsoft.com/office/drawing/2014/main" id="{1D433D52-FA22-E9C8-BB23-0AF8CCB97C42}"/>
              </a:ext>
            </a:extLst>
          </p:cNvPr>
          <p:cNvSpPr/>
          <p:nvPr/>
        </p:nvSpPr>
        <p:spPr>
          <a:xfrm>
            <a:off x="7240742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0" name="Rectangle 13619">
            <a:extLst>
              <a:ext uri="{FF2B5EF4-FFF2-40B4-BE49-F238E27FC236}">
                <a16:creationId xmlns:a16="http://schemas.microsoft.com/office/drawing/2014/main" id="{B4FDF727-32ED-575F-1586-751047BF5686}"/>
              </a:ext>
            </a:extLst>
          </p:cNvPr>
          <p:cNvSpPr/>
          <p:nvPr/>
        </p:nvSpPr>
        <p:spPr>
          <a:xfrm>
            <a:off x="7240742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27" name="Rectangle 13726">
            <a:extLst>
              <a:ext uri="{FF2B5EF4-FFF2-40B4-BE49-F238E27FC236}">
                <a16:creationId xmlns:a16="http://schemas.microsoft.com/office/drawing/2014/main" id="{B7A8A82D-8D33-A409-77B0-45E9502334C9}"/>
              </a:ext>
            </a:extLst>
          </p:cNvPr>
          <p:cNvSpPr/>
          <p:nvPr/>
        </p:nvSpPr>
        <p:spPr>
          <a:xfrm>
            <a:off x="7614993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5" name="Rectangle 13834">
            <a:extLst>
              <a:ext uri="{FF2B5EF4-FFF2-40B4-BE49-F238E27FC236}">
                <a16:creationId xmlns:a16="http://schemas.microsoft.com/office/drawing/2014/main" id="{495DBC47-E5CE-F60E-6BFA-59F9EE033846}"/>
              </a:ext>
            </a:extLst>
          </p:cNvPr>
          <p:cNvSpPr/>
          <p:nvPr/>
        </p:nvSpPr>
        <p:spPr>
          <a:xfrm>
            <a:off x="7614993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44" name="Rectangle 13943">
            <a:extLst>
              <a:ext uri="{FF2B5EF4-FFF2-40B4-BE49-F238E27FC236}">
                <a16:creationId xmlns:a16="http://schemas.microsoft.com/office/drawing/2014/main" id="{282D979C-D41C-B469-2F72-14A5AEB1DE35}"/>
              </a:ext>
            </a:extLst>
          </p:cNvPr>
          <p:cNvSpPr/>
          <p:nvPr/>
        </p:nvSpPr>
        <p:spPr>
          <a:xfrm>
            <a:off x="7989243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54" name="Rectangle 14053">
            <a:extLst>
              <a:ext uri="{FF2B5EF4-FFF2-40B4-BE49-F238E27FC236}">
                <a16:creationId xmlns:a16="http://schemas.microsoft.com/office/drawing/2014/main" id="{87717FB8-1D05-54C7-CC39-113E6FE47B86}"/>
              </a:ext>
            </a:extLst>
          </p:cNvPr>
          <p:cNvSpPr/>
          <p:nvPr/>
        </p:nvSpPr>
        <p:spPr>
          <a:xfrm>
            <a:off x="7989243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65" name="Rectangle 14164">
            <a:extLst>
              <a:ext uri="{FF2B5EF4-FFF2-40B4-BE49-F238E27FC236}">
                <a16:creationId xmlns:a16="http://schemas.microsoft.com/office/drawing/2014/main" id="{C17271D8-6A63-4DCF-597A-20D5D1863B39}"/>
              </a:ext>
            </a:extLst>
          </p:cNvPr>
          <p:cNvSpPr/>
          <p:nvPr/>
        </p:nvSpPr>
        <p:spPr>
          <a:xfrm>
            <a:off x="8363494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77" name="Rectangle 14276">
            <a:extLst>
              <a:ext uri="{FF2B5EF4-FFF2-40B4-BE49-F238E27FC236}">
                <a16:creationId xmlns:a16="http://schemas.microsoft.com/office/drawing/2014/main" id="{6DD09F9D-A141-3FC5-9C27-52C9661B34C4}"/>
              </a:ext>
            </a:extLst>
          </p:cNvPr>
          <p:cNvSpPr/>
          <p:nvPr/>
        </p:nvSpPr>
        <p:spPr>
          <a:xfrm>
            <a:off x="8363494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90" name="Rectangle 14389">
            <a:extLst>
              <a:ext uri="{FF2B5EF4-FFF2-40B4-BE49-F238E27FC236}">
                <a16:creationId xmlns:a16="http://schemas.microsoft.com/office/drawing/2014/main" id="{F3317FB1-6EE4-5C76-BE9A-431C686B57C0}"/>
              </a:ext>
            </a:extLst>
          </p:cNvPr>
          <p:cNvSpPr/>
          <p:nvPr/>
        </p:nvSpPr>
        <p:spPr>
          <a:xfrm>
            <a:off x="8737745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04" name="Rectangle 14503">
            <a:extLst>
              <a:ext uri="{FF2B5EF4-FFF2-40B4-BE49-F238E27FC236}">
                <a16:creationId xmlns:a16="http://schemas.microsoft.com/office/drawing/2014/main" id="{05CD045E-3ACC-59C0-7686-6E29FF0E2992}"/>
              </a:ext>
            </a:extLst>
          </p:cNvPr>
          <p:cNvSpPr/>
          <p:nvPr/>
        </p:nvSpPr>
        <p:spPr>
          <a:xfrm>
            <a:off x="8737745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9" name="Rectangle 14618">
            <a:extLst>
              <a:ext uri="{FF2B5EF4-FFF2-40B4-BE49-F238E27FC236}">
                <a16:creationId xmlns:a16="http://schemas.microsoft.com/office/drawing/2014/main" id="{6EF93159-98D0-622D-5D75-4A42C3BE4DEE}"/>
              </a:ext>
            </a:extLst>
          </p:cNvPr>
          <p:cNvSpPr/>
          <p:nvPr/>
        </p:nvSpPr>
        <p:spPr>
          <a:xfrm>
            <a:off x="9111996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35" name="Rectangle 14734">
            <a:extLst>
              <a:ext uri="{FF2B5EF4-FFF2-40B4-BE49-F238E27FC236}">
                <a16:creationId xmlns:a16="http://schemas.microsoft.com/office/drawing/2014/main" id="{E6ED6897-5CEE-1AB4-5874-ABD0E94642C0}"/>
              </a:ext>
            </a:extLst>
          </p:cNvPr>
          <p:cNvSpPr/>
          <p:nvPr/>
        </p:nvSpPr>
        <p:spPr>
          <a:xfrm>
            <a:off x="9111996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52" name="Rectangle 14851">
            <a:extLst>
              <a:ext uri="{FF2B5EF4-FFF2-40B4-BE49-F238E27FC236}">
                <a16:creationId xmlns:a16="http://schemas.microsoft.com/office/drawing/2014/main" id="{47151A55-B56F-6863-A0CD-EAB44AA4E46D}"/>
              </a:ext>
            </a:extLst>
          </p:cNvPr>
          <p:cNvSpPr/>
          <p:nvPr/>
        </p:nvSpPr>
        <p:spPr>
          <a:xfrm>
            <a:off x="9486247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0" name="Rectangle 14969">
            <a:extLst>
              <a:ext uri="{FF2B5EF4-FFF2-40B4-BE49-F238E27FC236}">
                <a16:creationId xmlns:a16="http://schemas.microsoft.com/office/drawing/2014/main" id="{DA19E6D5-FB7B-7FC0-C65D-FC0FB26F618A}"/>
              </a:ext>
            </a:extLst>
          </p:cNvPr>
          <p:cNvSpPr/>
          <p:nvPr/>
        </p:nvSpPr>
        <p:spPr>
          <a:xfrm>
            <a:off x="9486247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89" name="Rectangle 15088">
            <a:extLst>
              <a:ext uri="{FF2B5EF4-FFF2-40B4-BE49-F238E27FC236}">
                <a16:creationId xmlns:a16="http://schemas.microsoft.com/office/drawing/2014/main" id="{D0CE2893-5D3A-406D-93B6-5EAE40B84F1A}"/>
              </a:ext>
            </a:extLst>
          </p:cNvPr>
          <p:cNvSpPr/>
          <p:nvPr/>
        </p:nvSpPr>
        <p:spPr>
          <a:xfrm>
            <a:off x="9860498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9" name="Rectangle 15208">
            <a:extLst>
              <a:ext uri="{FF2B5EF4-FFF2-40B4-BE49-F238E27FC236}">
                <a16:creationId xmlns:a16="http://schemas.microsoft.com/office/drawing/2014/main" id="{67771731-843E-40A4-4470-DBDD10C8C7B5}"/>
              </a:ext>
            </a:extLst>
          </p:cNvPr>
          <p:cNvSpPr/>
          <p:nvPr/>
        </p:nvSpPr>
        <p:spPr>
          <a:xfrm>
            <a:off x="9860498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30" name="Rectangle 15329">
            <a:extLst>
              <a:ext uri="{FF2B5EF4-FFF2-40B4-BE49-F238E27FC236}">
                <a16:creationId xmlns:a16="http://schemas.microsoft.com/office/drawing/2014/main" id="{AF4CE57E-3021-05FB-CDF0-70ED8A69D36C}"/>
              </a:ext>
            </a:extLst>
          </p:cNvPr>
          <p:cNvSpPr/>
          <p:nvPr/>
        </p:nvSpPr>
        <p:spPr>
          <a:xfrm>
            <a:off x="10234749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52" name="Rectangle 15451">
            <a:extLst>
              <a:ext uri="{FF2B5EF4-FFF2-40B4-BE49-F238E27FC236}">
                <a16:creationId xmlns:a16="http://schemas.microsoft.com/office/drawing/2014/main" id="{2E062471-0CD0-7817-7EEB-C3F5D18CD97E}"/>
              </a:ext>
            </a:extLst>
          </p:cNvPr>
          <p:cNvSpPr/>
          <p:nvPr/>
        </p:nvSpPr>
        <p:spPr>
          <a:xfrm>
            <a:off x="10234749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75" name="Rectangle 15574">
            <a:extLst>
              <a:ext uri="{FF2B5EF4-FFF2-40B4-BE49-F238E27FC236}">
                <a16:creationId xmlns:a16="http://schemas.microsoft.com/office/drawing/2014/main" id="{20E5E722-B964-B623-D836-2BBE57E61C02}"/>
              </a:ext>
            </a:extLst>
          </p:cNvPr>
          <p:cNvSpPr/>
          <p:nvPr/>
        </p:nvSpPr>
        <p:spPr>
          <a:xfrm>
            <a:off x="10608999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99" name="Rectangle 15698">
            <a:extLst>
              <a:ext uri="{FF2B5EF4-FFF2-40B4-BE49-F238E27FC236}">
                <a16:creationId xmlns:a16="http://schemas.microsoft.com/office/drawing/2014/main" id="{6101E74D-7B6D-0818-C93C-2F2CF46AE595}"/>
              </a:ext>
            </a:extLst>
          </p:cNvPr>
          <p:cNvSpPr/>
          <p:nvPr/>
        </p:nvSpPr>
        <p:spPr>
          <a:xfrm>
            <a:off x="10608999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24" name="Rectangle 15823">
            <a:extLst>
              <a:ext uri="{FF2B5EF4-FFF2-40B4-BE49-F238E27FC236}">
                <a16:creationId xmlns:a16="http://schemas.microsoft.com/office/drawing/2014/main" id="{746B0843-BAB1-D1D2-0153-E3BCA45746BD}"/>
              </a:ext>
            </a:extLst>
          </p:cNvPr>
          <p:cNvSpPr/>
          <p:nvPr/>
        </p:nvSpPr>
        <p:spPr>
          <a:xfrm>
            <a:off x="10983250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50" name="Rectangle 15949">
            <a:extLst>
              <a:ext uri="{FF2B5EF4-FFF2-40B4-BE49-F238E27FC236}">
                <a16:creationId xmlns:a16="http://schemas.microsoft.com/office/drawing/2014/main" id="{3E983370-F9D9-3601-6862-A9E9C0D9C1CE}"/>
              </a:ext>
            </a:extLst>
          </p:cNvPr>
          <p:cNvSpPr/>
          <p:nvPr/>
        </p:nvSpPr>
        <p:spPr>
          <a:xfrm>
            <a:off x="10983250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77" name="Rectangle 16076">
            <a:extLst>
              <a:ext uri="{FF2B5EF4-FFF2-40B4-BE49-F238E27FC236}">
                <a16:creationId xmlns:a16="http://schemas.microsoft.com/office/drawing/2014/main" id="{BBA4B593-941A-D3B7-EF63-6077FFAD1253}"/>
              </a:ext>
            </a:extLst>
          </p:cNvPr>
          <p:cNvSpPr/>
          <p:nvPr/>
        </p:nvSpPr>
        <p:spPr>
          <a:xfrm>
            <a:off x="11357501" y="3188398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05" name="Rectangle 16204">
            <a:extLst>
              <a:ext uri="{FF2B5EF4-FFF2-40B4-BE49-F238E27FC236}">
                <a16:creationId xmlns:a16="http://schemas.microsoft.com/office/drawing/2014/main" id="{D04845C6-3070-812C-F76F-08F0FF2BA021}"/>
              </a:ext>
            </a:extLst>
          </p:cNvPr>
          <p:cNvSpPr/>
          <p:nvPr/>
        </p:nvSpPr>
        <p:spPr>
          <a:xfrm>
            <a:off x="11357501" y="3862514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34" name="Rectangle 16333">
            <a:extLst>
              <a:ext uri="{FF2B5EF4-FFF2-40B4-BE49-F238E27FC236}">
                <a16:creationId xmlns:a16="http://schemas.microsoft.com/office/drawing/2014/main" id="{DAA535A9-5B04-69E0-19D7-AA3E70FB3BF9}"/>
              </a:ext>
            </a:extLst>
          </p:cNvPr>
          <p:cNvSpPr/>
          <p:nvPr/>
        </p:nvSpPr>
        <p:spPr>
          <a:xfrm>
            <a:off x="6492240" y="3188398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64" name="Rectangle 16463">
            <a:extLst>
              <a:ext uri="{FF2B5EF4-FFF2-40B4-BE49-F238E27FC236}">
                <a16:creationId xmlns:a16="http://schemas.microsoft.com/office/drawing/2014/main" id="{91DD6399-AA36-CE2A-CF19-30DF3238ACE6}"/>
              </a:ext>
            </a:extLst>
          </p:cNvPr>
          <p:cNvSpPr/>
          <p:nvPr/>
        </p:nvSpPr>
        <p:spPr>
          <a:xfrm>
            <a:off x="11715877" y="3188398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95" name="Rectangle 16594">
            <a:extLst>
              <a:ext uri="{FF2B5EF4-FFF2-40B4-BE49-F238E27FC236}">
                <a16:creationId xmlns:a16="http://schemas.microsoft.com/office/drawing/2014/main" id="{8A6A2204-820D-ED7C-D1E3-204B93E972D7}"/>
              </a:ext>
            </a:extLst>
          </p:cNvPr>
          <p:cNvSpPr/>
          <p:nvPr/>
        </p:nvSpPr>
        <p:spPr>
          <a:xfrm>
            <a:off x="6492240" y="3418395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27" name="Rectangle 16726">
            <a:extLst>
              <a:ext uri="{FF2B5EF4-FFF2-40B4-BE49-F238E27FC236}">
                <a16:creationId xmlns:a16="http://schemas.microsoft.com/office/drawing/2014/main" id="{F203B653-85C6-1491-23A6-57FD411363A3}"/>
              </a:ext>
            </a:extLst>
          </p:cNvPr>
          <p:cNvSpPr/>
          <p:nvPr/>
        </p:nvSpPr>
        <p:spPr>
          <a:xfrm>
            <a:off x="11715877" y="3418395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60" name="Rectangle 16859">
            <a:extLst>
              <a:ext uri="{FF2B5EF4-FFF2-40B4-BE49-F238E27FC236}">
                <a16:creationId xmlns:a16="http://schemas.microsoft.com/office/drawing/2014/main" id="{382E7054-F4CF-FFCD-4D66-8696F49A4518}"/>
              </a:ext>
            </a:extLst>
          </p:cNvPr>
          <p:cNvSpPr/>
          <p:nvPr/>
        </p:nvSpPr>
        <p:spPr>
          <a:xfrm>
            <a:off x="6492240" y="3648392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94" name="Rectangle 16993">
            <a:extLst>
              <a:ext uri="{FF2B5EF4-FFF2-40B4-BE49-F238E27FC236}">
                <a16:creationId xmlns:a16="http://schemas.microsoft.com/office/drawing/2014/main" id="{015E60FF-02DF-D360-ABC9-6643BF34CCC7}"/>
              </a:ext>
            </a:extLst>
          </p:cNvPr>
          <p:cNvSpPr/>
          <p:nvPr/>
        </p:nvSpPr>
        <p:spPr>
          <a:xfrm>
            <a:off x="11715877" y="3648392"/>
            <a:ext cx="15875" cy="142379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29" name="Rectangle 17128">
            <a:extLst>
              <a:ext uri="{FF2B5EF4-FFF2-40B4-BE49-F238E27FC236}">
                <a16:creationId xmlns:a16="http://schemas.microsoft.com/office/drawing/2014/main" id="{6E49EA24-203B-7497-04AF-D0A842D28707}"/>
              </a:ext>
            </a:extLst>
          </p:cNvPr>
          <p:cNvSpPr/>
          <p:nvPr/>
        </p:nvSpPr>
        <p:spPr>
          <a:xfrm>
            <a:off x="6693408" y="3288982"/>
            <a:ext cx="1783080" cy="4888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In-memory retention</a:t>
            </a:r>
            <a:endParaRPr lang="en-US"/>
          </a:p>
        </p:txBody>
      </p:sp>
      <p:sp>
        <p:nvSpPr>
          <p:cNvPr id="17265" name="Rectangle 17264">
            <a:extLst>
              <a:ext uri="{FF2B5EF4-FFF2-40B4-BE49-F238E27FC236}">
                <a16:creationId xmlns:a16="http://schemas.microsoft.com/office/drawing/2014/main" id="{DE4B8F80-7B35-196A-5FEC-BAF5DEC90DDF}"/>
              </a:ext>
            </a:extLst>
          </p:cNvPr>
          <p:cNvSpPr/>
          <p:nvPr/>
        </p:nvSpPr>
        <p:spPr>
          <a:xfrm>
            <a:off x="8567928" y="3304858"/>
            <a:ext cx="3182112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Compatible with all data residency regions.</a:t>
            </a:r>
            <a:endParaRPr lang="en-US"/>
          </a:p>
        </p:txBody>
      </p:sp>
      <p:sp>
        <p:nvSpPr>
          <p:cNvPr id="17402" name="Rectangle 17401">
            <a:extLst>
              <a:ext uri="{FF2B5EF4-FFF2-40B4-BE49-F238E27FC236}">
                <a16:creationId xmlns:a16="http://schemas.microsoft.com/office/drawing/2014/main" id="{73898B0B-BFCB-1E06-2016-ED2F37B3F9F1}"/>
              </a:ext>
            </a:extLst>
          </p:cNvPr>
          <p:cNvSpPr/>
          <p:nvPr/>
        </p:nvSpPr>
        <p:spPr>
          <a:xfrm>
            <a:off x="6492240" y="3969830"/>
            <a:ext cx="5239512" cy="1110678"/>
          </a:xfrm>
          <a:prstGeom prst="rect">
            <a:avLst/>
          </a:prstGeom>
          <a:solidFill>
            <a:srgbClr val="F6F8FD"/>
          </a:solidFill>
          <a:ln>
            <a:solidFill>
              <a:srgbClr val="F6F8F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40" name="Rectangle 17539">
            <a:extLst>
              <a:ext uri="{FF2B5EF4-FFF2-40B4-BE49-F238E27FC236}">
                <a16:creationId xmlns:a16="http://schemas.microsoft.com/office/drawing/2014/main" id="{C6F4FA0F-08BE-3426-CD7B-D1D4F2B44698}"/>
              </a:ext>
            </a:extLst>
          </p:cNvPr>
          <p:cNvSpPr/>
          <p:nvPr/>
        </p:nvSpPr>
        <p:spPr>
          <a:xfrm>
            <a:off x="6492240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9" name="Rectangle 17678">
            <a:extLst>
              <a:ext uri="{FF2B5EF4-FFF2-40B4-BE49-F238E27FC236}">
                <a16:creationId xmlns:a16="http://schemas.microsoft.com/office/drawing/2014/main" id="{1CFFF19A-EE91-5BC4-762E-9A8B2F657AA1}"/>
              </a:ext>
            </a:extLst>
          </p:cNvPr>
          <p:cNvSpPr/>
          <p:nvPr/>
        </p:nvSpPr>
        <p:spPr>
          <a:xfrm>
            <a:off x="6492240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19" name="Rectangle 17818">
            <a:extLst>
              <a:ext uri="{FF2B5EF4-FFF2-40B4-BE49-F238E27FC236}">
                <a16:creationId xmlns:a16="http://schemas.microsoft.com/office/drawing/2014/main" id="{4516C16B-B301-FCC7-BFAA-F00A1E380D61}"/>
              </a:ext>
            </a:extLst>
          </p:cNvPr>
          <p:cNvSpPr/>
          <p:nvPr/>
        </p:nvSpPr>
        <p:spPr>
          <a:xfrm>
            <a:off x="6866491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60" name="Rectangle 17959">
            <a:extLst>
              <a:ext uri="{FF2B5EF4-FFF2-40B4-BE49-F238E27FC236}">
                <a16:creationId xmlns:a16="http://schemas.microsoft.com/office/drawing/2014/main" id="{2512AA8D-60BA-FD9F-E4DB-AD91D90A0FDC}"/>
              </a:ext>
            </a:extLst>
          </p:cNvPr>
          <p:cNvSpPr/>
          <p:nvPr/>
        </p:nvSpPr>
        <p:spPr>
          <a:xfrm>
            <a:off x="6866491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02" name="Rectangle 18101">
            <a:extLst>
              <a:ext uri="{FF2B5EF4-FFF2-40B4-BE49-F238E27FC236}">
                <a16:creationId xmlns:a16="http://schemas.microsoft.com/office/drawing/2014/main" id="{1E32C26E-975B-3F55-5AB3-CEA4A2CF5F12}"/>
              </a:ext>
            </a:extLst>
          </p:cNvPr>
          <p:cNvSpPr/>
          <p:nvPr/>
        </p:nvSpPr>
        <p:spPr>
          <a:xfrm>
            <a:off x="7240742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45" name="Rectangle 18244">
            <a:extLst>
              <a:ext uri="{FF2B5EF4-FFF2-40B4-BE49-F238E27FC236}">
                <a16:creationId xmlns:a16="http://schemas.microsoft.com/office/drawing/2014/main" id="{1F23EBFF-2AFA-B86D-E777-E0F162BE5A9D}"/>
              </a:ext>
            </a:extLst>
          </p:cNvPr>
          <p:cNvSpPr/>
          <p:nvPr/>
        </p:nvSpPr>
        <p:spPr>
          <a:xfrm>
            <a:off x="7240742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89" name="Rectangle 18388">
            <a:extLst>
              <a:ext uri="{FF2B5EF4-FFF2-40B4-BE49-F238E27FC236}">
                <a16:creationId xmlns:a16="http://schemas.microsoft.com/office/drawing/2014/main" id="{EAC7F51A-C719-28E9-6C8C-64FB70985086}"/>
              </a:ext>
            </a:extLst>
          </p:cNvPr>
          <p:cNvSpPr/>
          <p:nvPr/>
        </p:nvSpPr>
        <p:spPr>
          <a:xfrm>
            <a:off x="7614993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34" name="Rectangle 18533">
            <a:extLst>
              <a:ext uri="{FF2B5EF4-FFF2-40B4-BE49-F238E27FC236}">
                <a16:creationId xmlns:a16="http://schemas.microsoft.com/office/drawing/2014/main" id="{12B33BA4-E21A-7B74-3BCE-3814E7349704}"/>
              </a:ext>
            </a:extLst>
          </p:cNvPr>
          <p:cNvSpPr/>
          <p:nvPr/>
        </p:nvSpPr>
        <p:spPr>
          <a:xfrm>
            <a:off x="7614993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80" name="Rectangle 18679">
            <a:extLst>
              <a:ext uri="{FF2B5EF4-FFF2-40B4-BE49-F238E27FC236}">
                <a16:creationId xmlns:a16="http://schemas.microsoft.com/office/drawing/2014/main" id="{04D5BF5E-FF5C-F496-1DA5-BFEDC171CBC6}"/>
              </a:ext>
            </a:extLst>
          </p:cNvPr>
          <p:cNvSpPr/>
          <p:nvPr/>
        </p:nvSpPr>
        <p:spPr>
          <a:xfrm>
            <a:off x="7989243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27" name="Rectangle 18826">
            <a:extLst>
              <a:ext uri="{FF2B5EF4-FFF2-40B4-BE49-F238E27FC236}">
                <a16:creationId xmlns:a16="http://schemas.microsoft.com/office/drawing/2014/main" id="{76E4C077-321C-C0D2-E254-69B8BBC094DF}"/>
              </a:ext>
            </a:extLst>
          </p:cNvPr>
          <p:cNvSpPr/>
          <p:nvPr/>
        </p:nvSpPr>
        <p:spPr>
          <a:xfrm>
            <a:off x="7989243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75" name="Rectangle 18974">
            <a:extLst>
              <a:ext uri="{FF2B5EF4-FFF2-40B4-BE49-F238E27FC236}">
                <a16:creationId xmlns:a16="http://schemas.microsoft.com/office/drawing/2014/main" id="{B777C2B1-4512-F60A-2F62-6938DBF5418C}"/>
              </a:ext>
            </a:extLst>
          </p:cNvPr>
          <p:cNvSpPr/>
          <p:nvPr/>
        </p:nvSpPr>
        <p:spPr>
          <a:xfrm>
            <a:off x="8363494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4" name="Rectangle 19123">
            <a:extLst>
              <a:ext uri="{FF2B5EF4-FFF2-40B4-BE49-F238E27FC236}">
                <a16:creationId xmlns:a16="http://schemas.microsoft.com/office/drawing/2014/main" id="{88D0C483-0F1E-8347-CB99-A16E36A9A776}"/>
              </a:ext>
            </a:extLst>
          </p:cNvPr>
          <p:cNvSpPr/>
          <p:nvPr/>
        </p:nvSpPr>
        <p:spPr>
          <a:xfrm>
            <a:off x="8363494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74" name="Rectangle 19273">
            <a:extLst>
              <a:ext uri="{FF2B5EF4-FFF2-40B4-BE49-F238E27FC236}">
                <a16:creationId xmlns:a16="http://schemas.microsoft.com/office/drawing/2014/main" id="{39E4CD10-792E-BB3F-7036-3FE1EB60AFE2}"/>
              </a:ext>
            </a:extLst>
          </p:cNvPr>
          <p:cNvSpPr/>
          <p:nvPr/>
        </p:nvSpPr>
        <p:spPr>
          <a:xfrm>
            <a:off x="8737745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25" name="Rectangle 19424">
            <a:extLst>
              <a:ext uri="{FF2B5EF4-FFF2-40B4-BE49-F238E27FC236}">
                <a16:creationId xmlns:a16="http://schemas.microsoft.com/office/drawing/2014/main" id="{7BFD9CAD-0ED5-A6E9-B339-5C61926C261D}"/>
              </a:ext>
            </a:extLst>
          </p:cNvPr>
          <p:cNvSpPr/>
          <p:nvPr/>
        </p:nvSpPr>
        <p:spPr>
          <a:xfrm>
            <a:off x="8737745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77" name="Rectangle 19576">
            <a:extLst>
              <a:ext uri="{FF2B5EF4-FFF2-40B4-BE49-F238E27FC236}">
                <a16:creationId xmlns:a16="http://schemas.microsoft.com/office/drawing/2014/main" id="{C02549CF-6F25-49E4-41C8-B3BB14FD5033}"/>
              </a:ext>
            </a:extLst>
          </p:cNvPr>
          <p:cNvSpPr/>
          <p:nvPr/>
        </p:nvSpPr>
        <p:spPr>
          <a:xfrm>
            <a:off x="9111996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30" name="Rectangle 19729">
            <a:extLst>
              <a:ext uri="{FF2B5EF4-FFF2-40B4-BE49-F238E27FC236}">
                <a16:creationId xmlns:a16="http://schemas.microsoft.com/office/drawing/2014/main" id="{6A2E856E-50B9-D01E-C4CA-813355B11097}"/>
              </a:ext>
            </a:extLst>
          </p:cNvPr>
          <p:cNvSpPr/>
          <p:nvPr/>
        </p:nvSpPr>
        <p:spPr>
          <a:xfrm>
            <a:off x="9111996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84" name="Rectangle 19883">
            <a:extLst>
              <a:ext uri="{FF2B5EF4-FFF2-40B4-BE49-F238E27FC236}">
                <a16:creationId xmlns:a16="http://schemas.microsoft.com/office/drawing/2014/main" id="{F6F48E52-B248-2AD4-8569-B77A466CD512}"/>
              </a:ext>
            </a:extLst>
          </p:cNvPr>
          <p:cNvSpPr/>
          <p:nvPr/>
        </p:nvSpPr>
        <p:spPr>
          <a:xfrm>
            <a:off x="9486247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39" name="Rectangle 20038">
            <a:extLst>
              <a:ext uri="{FF2B5EF4-FFF2-40B4-BE49-F238E27FC236}">
                <a16:creationId xmlns:a16="http://schemas.microsoft.com/office/drawing/2014/main" id="{053B38FA-3A62-E5C8-4A51-6A603256ED02}"/>
              </a:ext>
            </a:extLst>
          </p:cNvPr>
          <p:cNvSpPr/>
          <p:nvPr/>
        </p:nvSpPr>
        <p:spPr>
          <a:xfrm>
            <a:off x="9486247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95" name="Rectangle 20194">
            <a:extLst>
              <a:ext uri="{FF2B5EF4-FFF2-40B4-BE49-F238E27FC236}">
                <a16:creationId xmlns:a16="http://schemas.microsoft.com/office/drawing/2014/main" id="{360A9DB4-4D98-1972-2D95-D56210347225}"/>
              </a:ext>
            </a:extLst>
          </p:cNvPr>
          <p:cNvSpPr/>
          <p:nvPr/>
        </p:nvSpPr>
        <p:spPr>
          <a:xfrm>
            <a:off x="9860498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52" name="Rectangle 20351">
            <a:extLst>
              <a:ext uri="{FF2B5EF4-FFF2-40B4-BE49-F238E27FC236}">
                <a16:creationId xmlns:a16="http://schemas.microsoft.com/office/drawing/2014/main" id="{2F818BA2-609E-A411-EAFE-E93EE455E92D}"/>
              </a:ext>
            </a:extLst>
          </p:cNvPr>
          <p:cNvSpPr/>
          <p:nvPr/>
        </p:nvSpPr>
        <p:spPr>
          <a:xfrm>
            <a:off x="9860498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10" name="Rectangle 20509">
            <a:extLst>
              <a:ext uri="{FF2B5EF4-FFF2-40B4-BE49-F238E27FC236}">
                <a16:creationId xmlns:a16="http://schemas.microsoft.com/office/drawing/2014/main" id="{EFAFAF78-E757-7F01-1613-1B5CC1955BAD}"/>
              </a:ext>
            </a:extLst>
          </p:cNvPr>
          <p:cNvSpPr/>
          <p:nvPr/>
        </p:nvSpPr>
        <p:spPr>
          <a:xfrm>
            <a:off x="10234749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9" name="Rectangle 20668">
            <a:extLst>
              <a:ext uri="{FF2B5EF4-FFF2-40B4-BE49-F238E27FC236}">
                <a16:creationId xmlns:a16="http://schemas.microsoft.com/office/drawing/2014/main" id="{4422D812-CB4C-7483-9C06-4F2178EEEBBD}"/>
              </a:ext>
            </a:extLst>
          </p:cNvPr>
          <p:cNvSpPr/>
          <p:nvPr/>
        </p:nvSpPr>
        <p:spPr>
          <a:xfrm>
            <a:off x="10234749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9" name="Rectangle 20828">
            <a:extLst>
              <a:ext uri="{FF2B5EF4-FFF2-40B4-BE49-F238E27FC236}">
                <a16:creationId xmlns:a16="http://schemas.microsoft.com/office/drawing/2014/main" id="{D6A43728-15BD-4AF7-A039-31B4D18AD404}"/>
              </a:ext>
            </a:extLst>
          </p:cNvPr>
          <p:cNvSpPr/>
          <p:nvPr/>
        </p:nvSpPr>
        <p:spPr>
          <a:xfrm>
            <a:off x="10608999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90" name="Rectangle 20989">
            <a:extLst>
              <a:ext uri="{FF2B5EF4-FFF2-40B4-BE49-F238E27FC236}">
                <a16:creationId xmlns:a16="http://schemas.microsoft.com/office/drawing/2014/main" id="{3EF253B9-90EA-B1E6-E0DD-38B6775AAC1F}"/>
              </a:ext>
            </a:extLst>
          </p:cNvPr>
          <p:cNvSpPr/>
          <p:nvPr/>
        </p:nvSpPr>
        <p:spPr>
          <a:xfrm>
            <a:off x="10608999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52" name="Rectangle 21151">
            <a:extLst>
              <a:ext uri="{FF2B5EF4-FFF2-40B4-BE49-F238E27FC236}">
                <a16:creationId xmlns:a16="http://schemas.microsoft.com/office/drawing/2014/main" id="{688F5B53-0374-3388-5C76-B06697904A42}"/>
              </a:ext>
            </a:extLst>
          </p:cNvPr>
          <p:cNvSpPr/>
          <p:nvPr/>
        </p:nvSpPr>
        <p:spPr>
          <a:xfrm>
            <a:off x="10983250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15" name="Rectangle 21314">
            <a:extLst>
              <a:ext uri="{FF2B5EF4-FFF2-40B4-BE49-F238E27FC236}">
                <a16:creationId xmlns:a16="http://schemas.microsoft.com/office/drawing/2014/main" id="{61A33329-FAF0-8BE4-BC93-C241B14E04F0}"/>
              </a:ext>
            </a:extLst>
          </p:cNvPr>
          <p:cNvSpPr/>
          <p:nvPr/>
        </p:nvSpPr>
        <p:spPr>
          <a:xfrm>
            <a:off x="10983250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79" name="Rectangle 21478">
            <a:extLst>
              <a:ext uri="{FF2B5EF4-FFF2-40B4-BE49-F238E27FC236}">
                <a16:creationId xmlns:a16="http://schemas.microsoft.com/office/drawing/2014/main" id="{17EC4EF1-EC4F-03EE-23E1-6CE44705394C}"/>
              </a:ext>
            </a:extLst>
          </p:cNvPr>
          <p:cNvSpPr/>
          <p:nvPr/>
        </p:nvSpPr>
        <p:spPr>
          <a:xfrm>
            <a:off x="11357501" y="3969830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44" name="Rectangle 21643">
            <a:extLst>
              <a:ext uri="{FF2B5EF4-FFF2-40B4-BE49-F238E27FC236}">
                <a16:creationId xmlns:a16="http://schemas.microsoft.com/office/drawing/2014/main" id="{B58F6EF1-90AA-6ACC-F2D4-A8AF1DFF04B2}"/>
              </a:ext>
            </a:extLst>
          </p:cNvPr>
          <p:cNvSpPr/>
          <p:nvPr/>
        </p:nvSpPr>
        <p:spPr>
          <a:xfrm>
            <a:off x="11357501" y="5064633"/>
            <a:ext cx="231679" cy="1587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10" name="Rectangle 21809">
            <a:extLst>
              <a:ext uri="{FF2B5EF4-FFF2-40B4-BE49-F238E27FC236}">
                <a16:creationId xmlns:a16="http://schemas.microsoft.com/office/drawing/2014/main" id="{EEDBCB0A-2BF1-1118-5DB7-BAD1B6EDBCC2}"/>
              </a:ext>
            </a:extLst>
          </p:cNvPr>
          <p:cNvSpPr/>
          <p:nvPr/>
        </p:nvSpPr>
        <p:spPr>
          <a:xfrm>
            <a:off x="6492240" y="3969830"/>
            <a:ext cx="15875" cy="229188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77" name="Rectangle 21976">
            <a:extLst>
              <a:ext uri="{FF2B5EF4-FFF2-40B4-BE49-F238E27FC236}">
                <a16:creationId xmlns:a16="http://schemas.microsoft.com/office/drawing/2014/main" id="{3F86B015-7C9D-448E-43D2-09821C8FFD4F}"/>
              </a:ext>
            </a:extLst>
          </p:cNvPr>
          <p:cNvSpPr/>
          <p:nvPr/>
        </p:nvSpPr>
        <p:spPr>
          <a:xfrm>
            <a:off x="11715877" y="3969830"/>
            <a:ext cx="15875" cy="229188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45" name="Rectangle 22144">
            <a:extLst>
              <a:ext uri="{FF2B5EF4-FFF2-40B4-BE49-F238E27FC236}">
                <a16:creationId xmlns:a16="http://schemas.microsoft.com/office/drawing/2014/main" id="{CC532297-75D5-93A3-AB1E-0F3939BB3E9C}"/>
              </a:ext>
            </a:extLst>
          </p:cNvPr>
          <p:cNvSpPr/>
          <p:nvPr/>
        </p:nvSpPr>
        <p:spPr>
          <a:xfrm>
            <a:off x="6492240" y="4340056"/>
            <a:ext cx="15875" cy="229188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14" name="Rectangle 22313">
            <a:extLst>
              <a:ext uri="{FF2B5EF4-FFF2-40B4-BE49-F238E27FC236}">
                <a16:creationId xmlns:a16="http://schemas.microsoft.com/office/drawing/2014/main" id="{22751D85-6A73-EF3A-1715-ACB3ED9B216B}"/>
              </a:ext>
            </a:extLst>
          </p:cNvPr>
          <p:cNvSpPr/>
          <p:nvPr/>
        </p:nvSpPr>
        <p:spPr>
          <a:xfrm>
            <a:off x="11715877" y="4340056"/>
            <a:ext cx="15875" cy="229188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84" name="Rectangle 22483">
            <a:extLst>
              <a:ext uri="{FF2B5EF4-FFF2-40B4-BE49-F238E27FC236}">
                <a16:creationId xmlns:a16="http://schemas.microsoft.com/office/drawing/2014/main" id="{E38A130A-BFAD-C9C1-B0EA-18F0D672AB09}"/>
              </a:ext>
            </a:extLst>
          </p:cNvPr>
          <p:cNvSpPr/>
          <p:nvPr/>
        </p:nvSpPr>
        <p:spPr>
          <a:xfrm>
            <a:off x="6492240" y="4710282"/>
            <a:ext cx="15875" cy="229188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55" name="Rectangle 22654">
            <a:extLst>
              <a:ext uri="{FF2B5EF4-FFF2-40B4-BE49-F238E27FC236}">
                <a16:creationId xmlns:a16="http://schemas.microsoft.com/office/drawing/2014/main" id="{44C26C69-4359-9AB3-45E1-D92FCCECDF9F}"/>
              </a:ext>
            </a:extLst>
          </p:cNvPr>
          <p:cNvSpPr/>
          <p:nvPr/>
        </p:nvSpPr>
        <p:spPr>
          <a:xfrm>
            <a:off x="11715877" y="4710282"/>
            <a:ext cx="15875" cy="229188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27" name="Rectangle 22826">
            <a:extLst>
              <a:ext uri="{FF2B5EF4-FFF2-40B4-BE49-F238E27FC236}">
                <a16:creationId xmlns:a16="http://schemas.microsoft.com/office/drawing/2014/main" id="{CC24359E-19B8-88E3-879B-782F900570E2}"/>
              </a:ext>
            </a:extLst>
          </p:cNvPr>
          <p:cNvSpPr/>
          <p:nvPr/>
        </p:nvSpPr>
        <p:spPr>
          <a:xfrm>
            <a:off x="6693408" y="4280757"/>
            <a:ext cx="1783080" cy="4888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Extended retention</a:t>
            </a:r>
            <a:endParaRPr lang="en-US"/>
          </a:p>
        </p:txBody>
      </p:sp>
      <p:sp>
        <p:nvSpPr>
          <p:cNvPr id="23000" name="Rectangle 22999">
            <a:extLst>
              <a:ext uri="{FF2B5EF4-FFF2-40B4-BE49-F238E27FC236}">
                <a16:creationId xmlns:a16="http://schemas.microsoft.com/office/drawing/2014/main" id="{DBC96486-CC38-BBC9-38BC-04338F25313B}"/>
              </a:ext>
            </a:extLst>
          </p:cNvPr>
          <p:cNvSpPr/>
          <p:nvPr/>
        </p:nvSpPr>
        <p:spPr>
          <a:xfrm>
            <a:off x="8567928" y="4070414"/>
            <a:ext cx="3182112" cy="9095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Stores data on GPU machines for up to 24 hours. Remains within the data zone boundary for Data Zone deployment types and the regional boundary for Regional deployment types.</a:t>
            </a:r>
            <a:endParaRPr lang="en-US"/>
          </a:p>
        </p:txBody>
      </p:sp>
      <p:sp>
        <p:nvSpPr>
          <p:cNvPr id="23174" name="Rectangle 23173">
            <a:extLst>
              <a:ext uri="{FF2B5EF4-FFF2-40B4-BE49-F238E27FC236}">
                <a16:creationId xmlns:a16="http://schemas.microsoft.com/office/drawing/2014/main" id="{CB8844CC-A924-6675-9192-D6417D5B3BF1}"/>
              </a:ext>
            </a:extLst>
          </p:cNvPr>
          <p:cNvSpPr/>
          <p:nvPr/>
        </p:nvSpPr>
        <p:spPr>
          <a:xfrm>
            <a:off x="6492240" y="5208524"/>
            <a:ext cx="52519" cy="12700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49" name="Rectangle 23348">
            <a:extLst>
              <a:ext uri="{FF2B5EF4-FFF2-40B4-BE49-F238E27FC236}">
                <a16:creationId xmlns:a16="http://schemas.microsoft.com/office/drawing/2014/main" id="{E8AD0CD7-D773-62F1-8C35-F5704740CF09}"/>
              </a:ext>
            </a:extLst>
          </p:cNvPr>
          <p:cNvSpPr/>
          <p:nvPr/>
        </p:nvSpPr>
        <p:spPr>
          <a:xfrm>
            <a:off x="6492240" y="5396992"/>
            <a:ext cx="52519" cy="12700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25" name="Rectangle 23524">
            <a:extLst>
              <a:ext uri="{FF2B5EF4-FFF2-40B4-BE49-F238E27FC236}">
                <a16:creationId xmlns:a16="http://schemas.microsoft.com/office/drawing/2014/main" id="{05687631-FDA3-D192-E9A8-CACD3C2FF51F}"/>
              </a:ext>
            </a:extLst>
          </p:cNvPr>
          <p:cNvSpPr/>
          <p:nvPr/>
        </p:nvSpPr>
        <p:spPr>
          <a:xfrm>
            <a:off x="6577584" y="5208524"/>
            <a:ext cx="52519" cy="12700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02" name="Rectangle 23701">
            <a:extLst>
              <a:ext uri="{FF2B5EF4-FFF2-40B4-BE49-F238E27FC236}">
                <a16:creationId xmlns:a16="http://schemas.microsoft.com/office/drawing/2014/main" id="{359BDB5C-B8DC-6AB3-B087-5ECF80CE99AA}"/>
              </a:ext>
            </a:extLst>
          </p:cNvPr>
          <p:cNvSpPr/>
          <p:nvPr/>
        </p:nvSpPr>
        <p:spPr>
          <a:xfrm>
            <a:off x="6577584" y="5396992"/>
            <a:ext cx="52519" cy="12700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80" name="Rectangle 23879">
            <a:extLst>
              <a:ext uri="{FF2B5EF4-FFF2-40B4-BE49-F238E27FC236}">
                <a16:creationId xmlns:a16="http://schemas.microsoft.com/office/drawing/2014/main" id="{B38410FC-8C1D-ABA1-5615-B3CFA5CB01CE}"/>
              </a:ext>
            </a:extLst>
          </p:cNvPr>
          <p:cNvSpPr/>
          <p:nvPr/>
        </p:nvSpPr>
        <p:spPr>
          <a:xfrm>
            <a:off x="6662928" y="5208524"/>
            <a:ext cx="52519" cy="12700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59" name="Rectangle 24058">
            <a:extLst>
              <a:ext uri="{FF2B5EF4-FFF2-40B4-BE49-F238E27FC236}">
                <a16:creationId xmlns:a16="http://schemas.microsoft.com/office/drawing/2014/main" id="{385C581D-C98E-04D6-1792-436DFEDA960A}"/>
              </a:ext>
            </a:extLst>
          </p:cNvPr>
          <p:cNvSpPr/>
          <p:nvPr/>
        </p:nvSpPr>
        <p:spPr>
          <a:xfrm>
            <a:off x="6662928" y="5396992"/>
            <a:ext cx="52519" cy="12700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39" name="Rectangle 24238">
            <a:extLst>
              <a:ext uri="{FF2B5EF4-FFF2-40B4-BE49-F238E27FC236}">
                <a16:creationId xmlns:a16="http://schemas.microsoft.com/office/drawing/2014/main" id="{CA60EA58-ABBF-5C10-061C-14A489A50C74}"/>
              </a:ext>
            </a:extLst>
          </p:cNvPr>
          <p:cNvSpPr/>
          <p:nvPr/>
        </p:nvSpPr>
        <p:spPr>
          <a:xfrm>
            <a:off x="6492240" y="5208524"/>
            <a:ext cx="12700" cy="4126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20" name="Rectangle 24419">
            <a:extLst>
              <a:ext uri="{FF2B5EF4-FFF2-40B4-BE49-F238E27FC236}">
                <a16:creationId xmlns:a16="http://schemas.microsoft.com/office/drawing/2014/main" id="{D2DAA074-19C9-2D41-80E3-9D2EB3552D1B}"/>
              </a:ext>
            </a:extLst>
          </p:cNvPr>
          <p:cNvSpPr/>
          <p:nvPr/>
        </p:nvSpPr>
        <p:spPr>
          <a:xfrm>
            <a:off x="6735572" y="5208524"/>
            <a:ext cx="12700" cy="4126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02" name="Rectangle 24601">
            <a:extLst>
              <a:ext uri="{FF2B5EF4-FFF2-40B4-BE49-F238E27FC236}">
                <a16:creationId xmlns:a16="http://schemas.microsoft.com/office/drawing/2014/main" id="{D6BE4C71-8207-1201-0034-5262CC2BF2C1}"/>
              </a:ext>
            </a:extLst>
          </p:cNvPr>
          <p:cNvSpPr/>
          <p:nvPr/>
        </p:nvSpPr>
        <p:spPr>
          <a:xfrm>
            <a:off x="6492240" y="5275580"/>
            <a:ext cx="12700" cy="4126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85" name="Rectangle 24784">
            <a:extLst>
              <a:ext uri="{FF2B5EF4-FFF2-40B4-BE49-F238E27FC236}">
                <a16:creationId xmlns:a16="http://schemas.microsoft.com/office/drawing/2014/main" id="{A70BE297-9900-CAD3-DA75-5E3AA05BD112}"/>
              </a:ext>
            </a:extLst>
          </p:cNvPr>
          <p:cNvSpPr/>
          <p:nvPr/>
        </p:nvSpPr>
        <p:spPr>
          <a:xfrm>
            <a:off x="6735572" y="5275580"/>
            <a:ext cx="12700" cy="4126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69" name="Rectangle 24968">
            <a:extLst>
              <a:ext uri="{FF2B5EF4-FFF2-40B4-BE49-F238E27FC236}">
                <a16:creationId xmlns:a16="http://schemas.microsoft.com/office/drawing/2014/main" id="{1668BEFB-B3C1-FFDF-0B1F-ADA994124DE0}"/>
              </a:ext>
            </a:extLst>
          </p:cNvPr>
          <p:cNvSpPr/>
          <p:nvPr/>
        </p:nvSpPr>
        <p:spPr>
          <a:xfrm>
            <a:off x="6492240" y="5342636"/>
            <a:ext cx="12700" cy="4126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54" name="Rectangle 25153">
            <a:extLst>
              <a:ext uri="{FF2B5EF4-FFF2-40B4-BE49-F238E27FC236}">
                <a16:creationId xmlns:a16="http://schemas.microsoft.com/office/drawing/2014/main" id="{D264851B-8343-55A7-6F59-928AFAA1402A}"/>
              </a:ext>
            </a:extLst>
          </p:cNvPr>
          <p:cNvSpPr/>
          <p:nvPr/>
        </p:nvSpPr>
        <p:spPr>
          <a:xfrm>
            <a:off x="6735572" y="5342636"/>
            <a:ext cx="12700" cy="41265"/>
          </a:xfrm>
          <a:prstGeom prst="rect">
            <a:avLst/>
          </a:prstGeom>
          <a:solidFill>
            <a:srgbClr val="8A93AB"/>
          </a:solidFill>
          <a:ln>
            <a:solidFill>
              <a:srgbClr val="8A93A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40" name="Rectangle 25339">
            <a:extLst>
              <a:ext uri="{FF2B5EF4-FFF2-40B4-BE49-F238E27FC236}">
                <a16:creationId xmlns:a16="http://schemas.microsoft.com/office/drawing/2014/main" id="{004FCCAB-19FB-8B6C-E8BF-9209A69C4D7F}"/>
              </a:ext>
            </a:extLst>
          </p:cNvPr>
          <p:cNvSpPr/>
          <p:nvPr/>
        </p:nvSpPr>
        <p:spPr>
          <a:xfrm>
            <a:off x="6858000" y="5153660"/>
            <a:ext cx="365760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Dashed border — boundary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3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1" name="Rectangle 25340">
            <a:extLst>
              <a:ext uri="{FF2B5EF4-FFF2-40B4-BE49-F238E27FC236}">
                <a16:creationId xmlns:a16="http://schemas.microsoft.com/office/drawing/2014/main" id="{3AA96B58-DBB6-45F3-9F82-27F646F1D616}"/>
              </a:ext>
            </a:extLst>
          </p:cNvPr>
          <p:cNvSpPr/>
          <p:nvPr/>
        </p:nvSpPr>
        <p:spPr>
          <a:xfrm>
            <a:off x="457200" y="201168"/>
            <a:ext cx="8229600" cy="371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800" b="1" spc="150">
                <a:solidFill>
                  <a:srgbClr val="00B39F"/>
                </a:solidFill>
                <a:effectLst/>
                <a:latin typeface="Segoe UI" panose="020B0502040204020203" pitchFamily="34" charset="0"/>
              </a:rPr>
              <a:t>COMPARISON</a:t>
            </a:r>
            <a:endParaRPr lang="en-US"/>
          </a:p>
        </p:txBody>
      </p:sp>
      <p:sp>
        <p:nvSpPr>
          <p:cNvPr id="25343" name="Rectangle 25342">
            <a:extLst>
              <a:ext uri="{FF2B5EF4-FFF2-40B4-BE49-F238E27FC236}">
                <a16:creationId xmlns:a16="http://schemas.microsoft.com/office/drawing/2014/main" id="{F0C1C8A2-72FB-EC95-96E1-B537213B411C}"/>
              </a:ext>
            </a:extLst>
          </p:cNvPr>
          <p:cNvSpPr/>
          <p:nvPr/>
        </p:nvSpPr>
        <p:spPr>
          <a:xfrm>
            <a:off x="457200" y="411480"/>
            <a:ext cx="1078992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Prompt caching compared with semantic caching</a:t>
            </a:r>
            <a:endParaRPr lang="en-US"/>
          </a:p>
        </p:txBody>
      </p:sp>
      <p:sp>
        <p:nvSpPr>
          <p:cNvPr id="25346" name="Rectangle 25345">
            <a:extLst>
              <a:ext uri="{FF2B5EF4-FFF2-40B4-BE49-F238E27FC236}">
                <a16:creationId xmlns:a16="http://schemas.microsoft.com/office/drawing/2014/main" id="{A80BEF5D-67BF-037B-9A65-59D95AD9DEA4}"/>
              </a:ext>
            </a:extLst>
          </p:cNvPr>
          <p:cNvSpPr/>
          <p:nvPr/>
        </p:nvSpPr>
        <p:spPr>
          <a:xfrm>
            <a:off x="457200" y="914400"/>
            <a:ext cx="10972800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>
                <a:solidFill>
                  <a:srgbClr val="44495B"/>
                </a:solidFill>
                <a:effectLst/>
                <a:latin typeface="Segoe UI" panose="020B0502040204020203" pitchFamily="34" charset="0"/>
              </a:rPr>
              <a:t>Two distinct features. Prompt caching reuses input token computations; semantic caching reuses stored responses.</a:t>
            </a:r>
            <a:endParaRPr lang="en-US"/>
          </a:p>
        </p:txBody>
      </p:sp>
      <p:sp>
        <p:nvSpPr>
          <p:cNvPr id="25350" name="Rectangle 25349">
            <a:extLst>
              <a:ext uri="{FF2B5EF4-FFF2-40B4-BE49-F238E27FC236}">
                <a16:creationId xmlns:a16="http://schemas.microsoft.com/office/drawing/2014/main" id="{31EB7A6D-645E-123B-D4D9-AC511362B496}"/>
              </a:ext>
            </a:extLst>
          </p:cNvPr>
          <p:cNvSpPr/>
          <p:nvPr/>
        </p:nvSpPr>
        <p:spPr>
          <a:xfrm>
            <a:off x="457200" y="5760720"/>
            <a:ext cx="722376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Source: Learn · azure/api-management/azure-openai-enable-semantic-caching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355" name="Rectangle 25354">
            <a:extLst>
              <a:ext uri="{FF2B5EF4-FFF2-40B4-BE49-F238E27FC236}">
                <a16:creationId xmlns:a16="http://schemas.microsoft.com/office/drawing/2014/main" id="{D5AABE06-44C7-BDF7-4876-C78DE9DC82B9}"/>
              </a:ext>
            </a:extLst>
          </p:cNvPr>
          <p:cNvSpPr/>
          <p:nvPr/>
        </p:nvSpPr>
        <p:spPr>
          <a:xfrm>
            <a:off x="7772400" y="5760720"/>
            <a:ext cx="3962095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900">
                <a:solidFill>
                  <a:srgbClr val="6E7488"/>
                </a:solidFill>
                <a:effectLst/>
                <a:latin typeface="Segoe UI" panose="020B0502040204020203" pitchFamily="34" charset="0"/>
              </a:rPr>
              <a:t>Prompt caching · September 2026 · 6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361" name="Rectangle 25360">
            <a:extLst>
              <a:ext uri="{FF2B5EF4-FFF2-40B4-BE49-F238E27FC236}">
                <a16:creationId xmlns:a16="http://schemas.microsoft.com/office/drawing/2014/main" id="{6D3F278D-4C46-CF7D-2EF4-6BA4D7BFAF1C}"/>
              </a:ext>
            </a:extLst>
          </p:cNvPr>
          <p:cNvSpPr/>
          <p:nvPr/>
        </p:nvSpPr>
        <p:spPr>
          <a:xfrm>
            <a:off x="2468880" y="1243584"/>
            <a:ext cx="4562856" cy="402336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Prompt caching (Azure OpenAI)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368" name="Rectangle 25367">
            <a:extLst>
              <a:ext uri="{FF2B5EF4-FFF2-40B4-BE49-F238E27FC236}">
                <a16:creationId xmlns:a16="http://schemas.microsoft.com/office/drawing/2014/main" id="{ABD60D12-B026-7B5A-AA88-F867B0B72FD6}"/>
              </a:ext>
            </a:extLst>
          </p:cNvPr>
          <p:cNvSpPr/>
          <p:nvPr/>
        </p:nvSpPr>
        <p:spPr>
          <a:xfrm>
            <a:off x="7168896" y="1243584"/>
            <a:ext cx="4562856" cy="402336"/>
          </a:xfrm>
          <a:prstGeom prst="rect">
            <a:avLst/>
          </a:prstGeom>
          <a:solidFill>
            <a:srgbClr val="EBEFF7"/>
          </a:solidFill>
          <a:ln w="9525">
            <a:solidFill>
              <a:srgbClr val="C2CDE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1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Semantic caching (Azure API Management)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376" name="Rectangle 25375">
            <a:extLst>
              <a:ext uri="{FF2B5EF4-FFF2-40B4-BE49-F238E27FC236}">
                <a16:creationId xmlns:a16="http://schemas.microsoft.com/office/drawing/2014/main" id="{B5A53B9C-D101-EB87-E651-856B9714F59E}"/>
              </a:ext>
            </a:extLst>
          </p:cNvPr>
          <p:cNvSpPr/>
          <p:nvPr/>
        </p:nvSpPr>
        <p:spPr>
          <a:xfrm>
            <a:off x="457200" y="1700784"/>
            <a:ext cx="11277295" cy="530225"/>
          </a:xfrm>
          <a:prstGeom prst="rect">
            <a:avLst/>
          </a:prstGeom>
          <a:solidFill>
            <a:srgbClr val="F6F8FD"/>
          </a:solidFill>
          <a:ln>
            <a:solidFill>
              <a:srgbClr val="F6F8F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85" name="Rectangle 25384">
            <a:extLst>
              <a:ext uri="{FF2B5EF4-FFF2-40B4-BE49-F238E27FC236}">
                <a16:creationId xmlns:a16="http://schemas.microsoft.com/office/drawing/2014/main" id="{ED0009F1-6EDE-A65A-0383-7743A65BF7B1}"/>
              </a:ext>
            </a:extLst>
          </p:cNvPr>
          <p:cNvSpPr/>
          <p:nvPr/>
        </p:nvSpPr>
        <p:spPr>
          <a:xfrm>
            <a:off x="548640" y="1700784"/>
            <a:ext cx="1874520" cy="5302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Content reused</a:t>
            </a:r>
            <a:endParaRPr lang="en-US"/>
          </a:p>
        </p:txBody>
      </p:sp>
      <p:sp>
        <p:nvSpPr>
          <p:cNvPr id="25395" name="Rectangle 25394">
            <a:extLst>
              <a:ext uri="{FF2B5EF4-FFF2-40B4-BE49-F238E27FC236}">
                <a16:creationId xmlns:a16="http://schemas.microsoft.com/office/drawing/2014/main" id="{BEF18941-1A05-1C42-3CBC-9A434238B923}"/>
              </a:ext>
            </a:extLst>
          </p:cNvPr>
          <p:cNvSpPr/>
          <p:nvPr/>
        </p:nvSpPr>
        <p:spPr>
          <a:xfrm>
            <a:off x="2670048" y="1737360"/>
            <a:ext cx="4151376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Processed input token computations — the KV tensors for a matching prefix.</a:t>
            </a:r>
            <a:endParaRPr lang="en-US"/>
          </a:p>
        </p:txBody>
      </p:sp>
      <p:sp>
        <p:nvSpPr>
          <p:cNvPr id="25406" name="Rectangle 25405">
            <a:extLst>
              <a:ext uri="{FF2B5EF4-FFF2-40B4-BE49-F238E27FC236}">
                <a16:creationId xmlns:a16="http://schemas.microsoft.com/office/drawing/2014/main" id="{0E4F5AA6-8DD4-D6A2-FE85-C0F224A0F8C5}"/>
              </a:ext>
            </a:extLst>
          </p:cNvPr>
          <p:cNvSpPr/>
          <p:nvPr/>
        </p:nvSpPr>
        <p:spPr>
          <a:xfrm>
            <a:off x="7370064" y="1812766"/>
            <a:ext cx="4151376" cy="306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The stored response to an earlier request.</a:t>
            </a:r>
            <a:endParaRPr lang="en-US"/>
          </a:p>
        </p:txBody>
      </p:sp>
      <p:sp>
        <p:nvSpPr>
          <p:cNvPr id="25418" name="Rectangle 25417">
            <a:extLst>
              <a:ext uri="{FF2B5EF4-FFF2-40B4-BE49-F238E27FC236}">
                <a16:creationId xmlns:a16="http://schemas.microsoft.com/office/drawing/2014/main" id="{DFC9CC16-3ADD-4FB7-76F4-18CBCB215B07}"/>
              </a:ext>
            </a:extLst>
          </p:cNvPr>
          <p:cNvSpPr/>
          <p:nvPr/>
        </p:nvSpPr>
        <p:spPr>
          <a:xfrm>
            <a:off x="548640" y="2267585"/>
            <a:ext cx="1874520" cy="5302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Match criterion</a:t>
            </a:r>
            <a:endParaRPr lang="en-US"/>
          </a:p>
        </p:txBody>
      </p:sp>
      <p:sp>
        <p:nvSpPr>
          <p:cNvPr id="25431" name="Rectangle 25430">
            <a:extLst>
              <a:ext uri="{FF2B5EF4-FFF2-40B4-BE49-F238E27FC236}">
                <a16:creationId xmlns:a16="http://schemas.microsoft.com/office/drawing/2014/main" id="{604C543F-D3C9-C933-8DBD-9A3A8EAEA0D4}"/>
              </a:ext>
            </a:extLst>
          </p:cNvPr>
          <p:cNvSpPr/>
          <p:nvPr/>
        </p:nvSpPr>
        <p:spPr>
          <a:xfrm>
            <a:off x="2670048" y="2304161"/>
            <a:ext cx="4151376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The rendered prefix must match exactly. A single differing character produces a cache miss.</a:t>
            </a:r>
            <a:endParaRPr lang="en-US"/>
          </a:p>
        </p:txBody>
      </p:sp>
      <p:sp>
        <p:nvSpPr>
          <p:cNvPr id="25445" name="Rectangle 25444">
            <a:extLst>
              <a:ext uri="{FF2B5EF4-FFF2-40B4-BE49-F238E27FC236}">
                <a16:creationId xmlns:a16="http://schemas.microsoft.com/office/drawing/2014/main" id="{73C44E5C-A16F-A218-FCCB-B08C015456CC}"/>
              </a:ext>
            </a:extLst>
          </p:cNvPr>
          <p:cNvSpPr/>
          <p:nvPr/>
        </p:nvSpPr>
        <p:spPr>
          <a:xfrm>
            <a:off x="7370064" y="2304161"/>
            <a:ext cx="4151376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Identical prompts, and prompts similar in meaning where the text differs.</a:t>
            </a:r>
            <a:endParaRPr lang="en-US"/>
          </a:p>
        </p:txBody>
      </p:sp>
      <p:sp>
        <p:nvSpPr>
          <p:cNvPr id="25460" name="Rectangle 25459">
            <a:extLst>
              <a:ext uri="{FF2B5EF4-FFF2-40B4-BE49-F238E27FC236}">
                <a16:creationId xmlns:a16="http://schemas.microsoft.com/office/drawing/2014/main" id="{E517DE50-8B94-8332-03B2-6BAF4CE9A72F}"/>
              </a:ext>
            </a:extLst>
          </p:cNvPr>
          <p:cNvSpPr/>
          <p:nvPr/>
        </p:nvSpPr>
        <p:spPr>
          <a:xfrm>
            <a:off x="457200" y="2834386"/>
            <a:ext cx="11277295" cy="530225"/>
          </a:xfrm>
          <a:prstGeom prst="rect">
            <a:avLst/>
          </a:prstGeom>
          <a:solidFill>
            <a:srgbClr val="F6F8FD"/>
          </a:solidFill>
          <a:ln>
            <a:solidFill>
              <a:srgbClr val="F6F8F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76" name="Rectangle 25475">
            <a:extLst>
              <a:ext uri="{FF2B5EF4-FFF2-40B4-BE49-F238E27FC236}">
                <a16:creationId xmlns:a16="http://schemas.microsoft.com/office/drawing/2014/main" id="{B063EAC7-9BE8-E875-E356-E4C9FAB35F49}"/>
              </a:ext>
            </a:extLst>
          </p:cNvPr>
          <p:cNvSpPr/>
          <p:nvPr/>
        </p:nvSpPr>
        <p:spPr>
          <a:xfrm>
            <a:off x="548640" y="2834386"/>
            <a:ext cx="1874520" cy="5302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Position in the request path</a:t>
            </a:r>
            <a:endParaRPr lang="en-US"/>
          </a:p>
        </p:txBody>
      </p:sp>
      <p:sp>
        <p:nvSpPr>
          <p:cNvPr id="25493" name="Rectangle 25492">
            <a:extLst>
              <a:ext uri="{FF2B5EF4-FFF2-40B4-BE49-F238E27FC236}">
                <a16:creationId xmlns:a16="http://schemas.microsoft.com/office/drawing/2014/main" id="{C349E899-7E9B-A92A-BDC4-7B5190511BD6}"/>
              </a:ext>
            </a:extLst>
          </p:cNvPr>
          <p:cNvSpPr/>
          <p:nvPr/>
        </p:nvSpPr>
        <p:spPr>
          <a:xfrm>
            <a:off x="2670048" y="2870962"/>
            <a:ext cx="4151376" cy="4570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Within the model service. Enabled by default for supported models.</a:t>
            </a:r>
            <a:endParaRPr lang="en-US"/>
          </a:p>
        </p:txBody>
      </p:sp>
      <p:sp>
        <p:nvSpPr>
          <p:cNvPr id="25511" name="Rectangle 25510">
            <a:extLst>
              <a:ext uri="{FF2B5EF4-FFF2-40B4-BE49-F238E27FC236}">
                <a16:creationId xmlns:a16="http://schemas.microsoft.com/office/drawing/2014/main" id="{C7972DF7-E6E2-1C53-C8D7-2CFE9C113B5E}"/>
              </a:ext>
            </a:extLst>
          </p:cNvPr>
          <p:cNvSpPr/>
          <p:nvPr/>
        </p:nvSpPr>
        <p:spPr>
          <a:xfrm>
            <a:off x="7370064" y="2946368"/>
            <a:ext cx="4151376" cy="306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In front of the model, in the Azure API Management gateway.</a:t>
            </a:r>
            <a:endParaRPr lang="en-US"/>
          </a:p>
        </p:txBody>
      </p:sp>
      <p:sp>
        <p:nvSpPr>
          <p:cNvPr id="25530" name="Rectangle 25529">
            <a:extLst>
              <a:ext uri="{FF2B5EF4-FFF2-40B4-BE49-F238E27FC236}">
                <a16:creationId xmlns:a16="http://schemas.microsoft.com/office/drawing/2014/main" id="{33023ABF-5A98-09FC-61BA-8FF19FB9D86B}"/>
              </a:ext>
            </a:extLst>
          </p:cNvPr>
          <p:cNvSpPr/>
          <p:nvPr/>
        </p:nvSpPr>
        <p:spPr>
          <a:xfrm>
            <a:off x="548640" y="3401187"/>
            <a:ext cx="1874520" cy="831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Components to operate</a:t>
            </a:r>
            <a:endParaRPr lang="en-US"/>
          </a:p>
        </p:txBody>
      </p:sp>
      <p:sp>
        <p:nvSpPr>
          <p:cNvPr id="25550" name="Rectangle 25549">
            <a:extLst>
              <a:ext uri="{FF2B5EF4-FFF2-40B4-BE49-F238E27FC236}">
                <a16:creationId xmlns:a16="http://schemas.microsoft.com/office/drawing/2014/main" id="{9DCA055D-5472-8D9A-878D-1846E6CE96BD}"/>
              </a:ext>
            </a:extLst>
          </p:cNvPr>
          <p:cNvSpPr/>
          <p:nvPr/>
        </p:nvSpPr>
        <p:spPr>
          <a:xfrm>
            <a:off x="2670048" y="3663982"/>
            <a:ext cx="4151376" cy="306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Prompt structure, breakpoints and prompt_cache_key.</a:t>
            </a:r>
            <a:endParaRPr lang="en-US"/>
          </a:p>
        </p:txBody>
      </p:sp>
      <p:sp>
        <p:nvSpPr>
          <p:cNvPr id="25571" name="Rectangle 25570">
            <a:extLst>
              <a:ext uri="{FF2B5EF4-FFF2-40B4-BE49-F238E27FC236}">
                <a16:creationId xmlns:a16="http://schemas.microsoft.com/office/drawing/2014/main" id="{3CD73C6B-E8F6-030F-82E0-278DA7E24C30}"/>
              </a:ext>
            </a:extLst>
          </p:cNvPr>
          <p:cNvSpPr/>
          <p:nvPr/>
        </p:nvSpPr>
        <p:spPr>
          <a:xfrm>
            <a:off x="7370064" y="3437763"/>
            <a:ext cx="4151376" cy="758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The llm-semantic-cache-lookup and llm-semantic-cache-store policies, an embeddings deployment, and an Azure Managed Redis instance with the RediSearch module.</a:t>
            </a:r>
            <a:endParaRPr lang="en-US"/>
          </a:p>
        </p:txBody>
      </p:sp>
      <p:sp>
        <p:nvSpPr>
          <p:cNvPr id="25593" name="Rectangle 25592">
            <a:extLst>
              <a:ext uri="{FF2B5EF4-FFF2-40B4-BE49-F238E27FC236}">
                <a16:creationId xmlns:a16="http://schemas.microsoft.com/office/drawing/2014/main" id="{49C16415-F79B-E9E8-E57E-04F3C00753C6}"/>
              </a:ext>
            </a:extLst>
          </p:cNvPr>
          <p:cNvSpPr/>
          <p:nvPr/>
        </p:nvSpPr>
        <p:spPr>
          <a:xfrm>
            <a:off x="457200" y="4324477"/>
            <a:ext cx="11277295" cy="347472"/>
          </a:xfrm>
          <a:prstGeom prst="rect">
            <a:avLst/>
          </a:prstGeom>
          <a:solidFill>
            <a:srgbClr val="EBEFF7"/>
          </a:solidFill>
          <a:ln>
            <a:solidFill>
              <a:srgbClr val="EBEF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16" name="Rectangle 25615">
            <a:extLst>
              <a:ext uri="{FF2B5EF4-FFF2-40B4-BE49-F238E27FC236}">
                <a16:creationId xmlns:a16="http://schemas.microsoft.com/office/drawing/2014/main" id="{4A5F26CD-B0FB-BE45-77CB-3BCBDF322D7C}"/>
              </a:ext>
            </a:extLst>
          </p:cNvPr>
          <p:cNvSpPr/>
          <p:nvPr/>
        </p:nvSpPr>
        <p:spPr>
          <a:xfrm>
            <a:off x="777240" y="4324477"/>
            <a:ext cx="10607040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15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The two features address different objectives and can be applied together.</a:t>
            </a:r>
            <a:endParaRPr lang="en-US"/>
          </a:p>
        </p:txBody>
      </p:sp>
      <p:sp>
        <p:nvSpPr>
          <p:cNvPr id="25640" name="Rectangle 25639">
            <a:extLst>
              <a:ext uri="{FF2B5EF4-FFF2-40B4-BE49-F238E27FC236}">
                <a16:creationId xmlns:a16="http://schemas.microsoft.com/office/drawing/2014/main" id="{B38814C9-DD11-AE0D-BF4F-57B92AB685A6}"/>
              </a:ext>
            </a:extLst>
          </p:cNvPr>
          <p:cNvSpPr/>
          <p:nvPr/>
        </p:nvSpPr>
        <p:spPr>
          <a:xfrm>
            <a:off x="457200" y="4726813"/>
            <a:ext cx="5487772" cy="951738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65" name="Rectangle 25664">
            <a:extLst>
              <a:ext uri="{FF2B5EF4-FFF2-40B4-BE49-F238E27FC236}">
                <a16:creationId xmlns:a16="http://schemas.microsoft.com/office/drawing/2014/main" id="{EADB3073-B79B-0EC4-1A94-7FE69A9A94E4}"/>
              </a:ext>
            </a:extLst>
          </p:cNvPr>
          <p:cNvSpPr/>
          <p:nvPr/>
        </p:nvSpPr>
        <p:spPr>
          <a:xfrm>
            <a:off x="457200" y="4726813"/>
            <a:ext cx="45720" cy="951738"/>
          </a:xfrm>
          <a:prstGeom prst="rect">
            <a:avLst/>
          </a:prstGeom>
          <a:solidFill>
            <a:srgbClr val="00B39F"/>
          </a:solidFill>
          <a:ln>
            <a:solidFill>
              <a:srgbClr val="00B39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91" name="Rectangle 25690">
            <a:extLst>
              <a:ext uri="{FF2B5EF4-FFF2-40B4-BE49-F238E27FC236}">
                <a16:creationId xmlns:a16="http://schemas.microsoft.com/office/drawing/2014/main" id="{2445590E-B185-F561-691F-FCEF9057C917}"/>
              </a:ext>
            </a:extLst>
          </p:cNvPr>
          <p:cNvSpPr/>
          <p:nvPr/>
        </p:nvSpPr>
        <p:spPr>
          <a:xfrm>
            <a:off x="731520" y="4827397"/>
            <a:ext cx="4939132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Applicable when</a:t>
            </a:r>
            <a:endParaRPr lang="en-US"/>
          </a:p>
        </p:txBody>
      </p:sp>
      <p:sp>
        <p:nvSpPr>
          <p:cNvPr id="25718" name="Rectangle 25717">
            <a:extLst>
              <a:ext uri="{FF2B5EF4-FFF2-40B4-BE49-F238E27FC236}">
                <a16:creationId xmlns:a16="http://schemas.microsoft.com/office/drawing/2014/main" id="{D6A9BA89-E530-3FAD-1F36-D6F98857C0A7}"/>
              </a:ext>
            </a:extLst>
          </p:cNvPr>
          <p:cNvSpPr/>
          <p:nvPr/>
        </p:nvSpPr>
        <p:spPr>
          <a:xfrm>
            <a:off x="731520" y="5155057"/>
            <a:ext cx="4939132" cy="441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Long, stable leading content on every request; append-only conversations; repeated grounding content; sustained request volume against the same prefix.</a:t>
            </a:r>
            <a:endParaRPr lang="en-US"/>
          </a:p>
        </p:txBody>
      </p:sp>
      <p:sp>
        <p:nvSpPr>
          <p:cNvPr id="25746" name="Rectangle 25745">
            <a:extLst>
              <a:ext uri="{FF2B5EF4-FFF2-40B4-BE49-F238E27FC236}">
                <a16:creationId xmlns:a16="http://schemas.microsoft.com/office/drawing/2014/main" id="{6646A15B-FD6C-FC89-3846-8726C0E99576}"/>
              </a:ext>
            </a:extLst>
          </p:cNvPr>
          <p:cNvSpPr/>
          <p:nvPr/>
        </p:nvSpPr>
        <p:spPr>
          <a:xfrm>
            <a:off x="6246724" y="4726813"/>
            <a:ext cx="5487772" cy="951738"/>
          </a:xfrm>
          <a:prstGeom prst="rect">
            <a:avLst/>
          </a:prstGeom>
          <a:solidFill>
            <a:srgbClr val="F6F8FD"/>
          </a:solidFill>
          <a:ln w="9525">
            <a:solidFill>
              <a:srgbClr val="E1E7F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75" name="Rectangle 25774">
            <a:extLst>
              <a:ext uri="{FF2B5EF4-FFF2-40B4-BE49-F238E27FC236}">
                <a16:creationId xmlns:a16="http://schemas.microsoft.com/office/drawing/2014/main" id="{8095C382-0D52-A99F-21E1-C0E2DD05FF85}"/>
              </a:ext>
            </a:extLst>
          </p:cNvPr>
          <p:cNvSpPr/>
          <p:nvPr/>
        </p:nvSpPr>
        <p:spPr>
          <a:xfrm>
            <a:off x="6246724" y="4726813"/>
            <a:ext cx="45720" cy="951738"/>
          </a:xfrm>
          <a:prstGeom prst="rect">
            <a:avLst/>
          </a:prstGeom>
          <a:solidFill>
            <a:srgbClr val="101A3C"/>
          </a:solidFill>
          <a:ln>
            <a:solidFill>
              <a:srgbClr val="101A3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05" name="Rectangle 25804">
            <a:extLst>
              <a:ext uri="{FF2B5EF4-FFF2-40B4-BE49-F238E27FC236}">
                <a16:creationId xmlns:a16="http://schemas.microsoft.com/office/drawing/2014/main" id="{A219E99B-8FCA-C218-EDD6-E337E85B2A8C}"/>
              </a:ext>
            </a:extLst>
          </p:cNvPr>
          <p:cNvSpPr/>
          <p:nvPr/>
        </p:nvSpPr>
        <p:spPr>
          <a:xfrm>
            <a:off x="6521044" y="4827397"/>
            <a:ext cx="4939132" cy="3459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101A3C"/>
                </a:solidFill>
                <a:effectLst/>
                <a:latin typeface="Segoe UI" panose="020B0502040204020203" pitchFamily="34" charset="0"/>
              </a:rPr>
              <a:t>Not applicable when</a:t>
            </a:r>
            <a:endParaRPr lang="en-US"/>
          </a:p>
        </p:txBody>
      </p:sp>
      <p:sp>
        <p:nvSpPr>
          <p:cNvPr id="25836" name="Rectangle 25835">
            <a:extLst>
              <a:ext uri="{FF2B5EF4-FFF2-40B4-BE49-F238E27FC236}">
                <a16:creationId xmlns:a16="http://schemas.microsoft.com/office/drawing/2014/main" id="{290FE5A4-BD5C-BB47-C460-553BFA62F088}"/>
              </a:ext>
            </a:extLst>
          </p:cNvPr>
          <p:cNvSpPr/>
          <p:nvPr/>
        </p:nvSpPr>
        <p:spPr>
          <a:xfrm>
            <a:off x="6521044" y="5155057"/>
            <a:ext cx="4939132" cy="4411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00">
                <a:solidFill>
                  <a:srgbClr val="141B33"/>
                </a:solidFill>
                <a:effectLst/>
                <a:latin typeface="Segoe UI" panose="020B0502040204020203" pitchFamily="34" charset="0"/>
              </a:rPr>
              <a:t>Prompts below 1,024 identical leading tokens; unique requests; per-request personalisation in the leading tokens; request intervals exceeding the cache lifetime.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2810</Words>
  <Application>Microsoft Office PowerPoint</Application>
  <PresentationFormat>Widescreen</PresentationFormat>
  <Paragraphs>209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Alex Sachelarescu</cp:lastModifiedBy>
  <cp:revision>4</cp:revision>
  <dcterms:created xsi:type="dcterms:W3CDTF">2026-09-23T12:40:20Z</dcterms:created>
  <dcterms:modified xsi:type="dcterms:W3CDTF">2026-10-11T09:29:37Z</dcterms:modified>
  <cp:category/>
</cp:coreProperties>
</file>